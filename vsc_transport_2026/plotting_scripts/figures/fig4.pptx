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0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/>
    <p:restoredTop sz="96102"/>
  </p:normalViewPr>
  <p:slideViewPr>
    <p:cSldViewPr snapToGrid="0">
      <p:cViewPr varScale="1">
        <p:scale>
          <a:sx n="150" d="100"/>
          <a:sy n="150" d="100"/>
        </p:scale>
        <p:origin x="1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13:10:11.879"/>
    </inkml:context>
    <inkml:brush xml:id="br0">
      <inkml:brushProperty name="width" value="0.06" units="cm"/>
      <inkml:brushProperty name="height" value="0.06" units="cm"/>
      <inkml:brushProperty name="color" value="#156082"/>
    </inkml:brush>
  </inkml:definitions>
  <inkml:trace contextRef="#ctx0" brushRef="#br0">64 599 8853,'-2'-1'1748,"-1"0"739,3 1-2274,2 2-51,-2 0 23,1 2-124,0 1-55,0 1 16,-1 5-16,0-4-6,0 4 11,0-5-5,0-1-6,0 0 0,0-1-101,-1 2 62,-1-2-6,0 3-11,0-4 56,1 0 0,0-2 6,0 0-34,1 0 28,-1-2 0,0-1-12,-2-2 1,0 1-28,0-5 28,0 1 11,2 0 33,0 2 23,1 3-196,0 1 129,0 4-84,0 3 45,0 2 44,0 1-28,0-3-33,0-1 62,0-1-7,0-2-66,0 0-90,0-2 202,-1-4-34,0 1 5,-1-4-5,0 2-61,1-4 61,1 4-40,0-2 29,0 4-50,0 0 49,0 2-44,0-1-28,2 1 168,3-1-78,-2 0 33,1 0-39,-3 1-336,-1 1 331,1 0 5,0-1 5,0-1 1,0 0 5,-1 0 56,1-1-67,-1 1 0,0-2-5,0 2-29,0-1 28,2-3-33,-1 2 39,1 0-11,-2 1 11,1 2 0,0 0 6,-1 0-6,0 1 11,0-1-11,0-1-62,0 0 51,0 1 5,0-1 6,0 1 0,0-1 0,0 0 6,0 1-6,0-1 11,0 0-11,0 0 28,0 0-28,0 1 0,0 0 0,-1 1 0,0 0-39,-1-1 39,0 1-68,0 0-44,0 0 112,-1 0-33,2 0-63,-1 0 52,0 1 44,0 2-40,-2 2 40,1 0-5,-1 1-1,0 0 1,1-1 5,0 0 89,-1 2-89,2-2 51,-1 1-51,2-2 0,1-1 5,0-1 1,0-1 240,0-1-291,-1-2 45,0 0 0,0-2-5,0 0-1,0 1-39,0-1 45,0 1-5,1 0-23,0 1 17,0 0 11,0 1 0,0 0-34,0-1-11,0 1-151,0 1 191,2-1 5,-2 1-79,2 0-33,-1 0-190,-1 0 296,0-1-44,1 0 11,0-1 27,1 1 12,-1-1-39,2 0 39,-2 2 0,2-2 0,-1 1 0,1-1 0,-2 1 6,2-1 22,-2 1-28,-1 1-6,2-1 6,-2 1 6,1-1-6,1 0 0,-1 0 5,2 0 1,-2 0 72,0 1-94,0-1 16,0 1 5,1-1 6,0 0-67,-1 0 56,1 1 157,-1 0-11,0 0 44,-1 0-106,2 0 6,-1 0-45,1 1 44,1-1-22,-1 2 40,1-1 39,1 0 89,1 0-156,-1 0-12,0 0-17,-1-1-11,0 1 57,0-1-46,0 0 56,1 0 1,-2 1-29,1-1 62,-1 0 45,2 0-112,0 0-68,0 1 1,4-1 28,-4 0-29,2 1-10,-4-1 5,0 0 5,-1 1 6,-1 0 40,0 0-1,0 0 40,0 0-34,0 0-23,0 1-27,0 0-6,0 0-11,0 2-40,0-2 7,-1 1 49,1-2-27,0 0 27,0 0-5,0 0 0,0 0-28,0 0 28,-1 0 0,1 1 0,-1-1 0,1 2-5,-1-1-34,0 1 5,0 0 34,0-1 0,0 0-34,0-1 34,1 0 0,-1 0-100,0-1 10,0 0 12,-2-1-186,-3-1 242,1 0 22,-3-1 6,2 0-6,-1-1 0,1 1 0,0 0 0,1 0 5,0 1-5,2 0-50,-2-1 50,2 1 0,0-2 0,2 3 0,0 0 11,-1 0-5,0 0-6,0 0 5,0 1-10,1-1 5,0 0-6,0 1 0,-1 0-27,1-1 33,0 1-45,0-1 39,-2 0 1,1 0-1,-1 0 1,1 1-46,0-1 51,0 1-5,-1 0 10,1-1-5,1 1 6,0-1-6,1 1 5,-1 0-5,0 0 0,0-1 146,-1 0-146,1 0 0,-1 0 571,2 1-498,3 0 45,2 0-3505,2 0 3460,2 0-73,-2 0 0,-1 0 6,1 1 55,-1-1-55,2 1-6,-1-1 3448,2 1-3415,-4-1 152,3 0-118,-4 0-22,1 1 56,0-1-101,-2 0 6,2 0-1,-1 1 29,1-1-34,0 0 5,0 0 1,0 0-6,1 0 6,0 0 5,-1 0 0,0 0-5,1 0-1,0 0 29,2 0-6,5 0-28,-3 0 0,5 0 5,0 0-5,-6 0 6,3 0 5,-7 0-11,-1 0 0,0-1 0,-2 1 0,4 0 0,-2 0-11,3-1 11,2 1 0,-4 0-6,3-1 6,-4 1 0,-1 0-22,3 0 22,-2 0 0,3 0 0,-2 0 6,-1 0-12,0 0-39,-2 0-44,-1 0-68,0 0 67,-5 0 57,-2 0 21,-6 0-21,1 1 33,-2 0 5,1 0 35,-6 1-52,4-1-38,-4 1 39,6-2-51,0 0 29,0 0 33,2 0-73,-8 0 34,7 1-1,-4-1 40,9 1 45,1 0-45,3-1-45,0 1-67,2-1 152,3 0 60,2 0-10,5 1 56,11 0-107,-3 0 17,8 1-51,-7-2-5,-1 1 0,-1-1-44,-2 0-12,-4 0 56,-3 0 0,-3 0 56,-2 0 95,-3 0-62,1 1-83,-6-1-62,-3 0 50,-6 1-55,-15 2-34,5-1 89,-9 1 0,11-1-72,4 0 28,-1-1 50,8-1-45,1 1-196,8-1 191,1 0 50,6 0-3264,11 1 3270,2-1 28,10 1 22,-5-1-56,1 0-34,-2 0 28,-2 0-44,-2 0 3442,-3 0-3386,-3-1-1,-4 1 107,-3-1 0,-4 1 28,0 0-173,-8 0-40,-1 0 17,-19 0-11,5 0 22,-11 1 11,-4 1 34,15-1-5,-6 0-1,21-1-308,3 0 79,3 0 17,0 0 212,1-2-100,-3 1 27,0 0 79,-3-1-33,-1 2-1,2-1 34,-2 1 0,3-1-45,0 1 79,0-1-28,1 1-6,2 0 0,0 0-40,1-1-49,-2 1 78,2-1 11,-1 0 0,0 0-6,-1 0 6,0 0 6,0 0-12,2 0-224,-1 0 303,5 0 0,3 1-23,5-1 23,2 0-62,11-2-5,-6 1-6,8-1 11,-9 1-3336,10-1 3325,-12 1 84,7 0 157,-14 2-2425,-3 0 2262,1 0-11,-4 0-27,1 0 2273,2 0-2313,-1 0 0,4 0 5,-3 0-5,1 0 0,-4 0 3392,1 0-3324,5-1-68,-4 1 5,5-1-5,-6 1 0,0 0 0,-2 0 454,-1 0-454,-6 0-6,0 0-72,-6 0 72,-1 0 1,-1 0-68,-1 0-50,-1 0-1,1 0-3346,-1-1 3420,2 0-57,-9-3 163,10 3-50,-5-3 5,10 3 23,1 0-46,-2 0 3309,3 1-3370,-1-1-11,0 1 73,2 0-22,-2 0 10,0 0 23,1 0 0,-2 0 0,2 0 0,1 0 0,-3 0-50,-1 0 44,2 0 6,-1 0 0,6 0 0,-1 0 34,2 0-34,-2 0-6,1 0 6,0 0 17,0 0-17,0 0 0,-1 0 207,2 0-207,4 0 73,1 0-3415,5 0 3393,0 0 10,1 0 12,-1 0 34,6 0-102,-5 0 1,4 0-1,-7 0 3387,0 0-3392,-1 0 0,1 0 34,3 0-3426,-3 0 3392,3 0 11,7 0 40,-8 0-18,12 0-38,-16 0 5,6 0 0,-9 0 0,4 0 0,-4 0 3392,2 0-3420,-2 0 28,0 0 16,-1 0-10,1 0-6,-1 0 6,1 0 5,0 0-11,0 0 0,0 0-6,0-1 1,-1 1 5,0 0 0,1 0-6,-1 0 6,1 0-6,-1 0 6,0 0-50,1-1 39,-2 1 11,1 0-6,-1 0-22,0 0 23,0 0-712,-1 0 678,2 1 22,-10 2 17,2 0-34,-9 4-3397,1-2 3425,-1 1 6,-1 0-33,2 0 27,-4 2 1,7-3 5,-2 2 0,6-4 0,2-1 5,0 0-5,2-1 3392,-3 0-3397,2 0-7,-4 0 24,-1 1-12,1-1 50,1 0-44,3 0 33,1 0 50,-1-1-89,2 1 0,0-1-184,2 1 223,2-1-34,4 0 85,2 0-45,4 0 78,1 0 39,1-1-38,2 0-74,1-1 68,8-1 223,-5 0-22,7 0 124,16 0-387,-15 2 0,17-1-39,-5 2 16,-16 0-33,8 0 112,-23 0 45,-5 0 73,-2 0 308,-2 0-488,-3 0-89,-8 0-34,-2 0-28,-7 0 29,3 0-74,-9 1 68,8 1-18,-7 0 12,11-1-3364,0 1 3442,1-1-61,1 0 5,0 1-5,0-1 62,0 1-130,-6 0 62,4-1 3393,-4 2-3371,8-2-55,-3 1 67,5-1 39,-1 1-6,6-2-5,1 1-152,2-1 197,7 0-3353,0 1 3392,10 0 16,0 0 40,4 1 112,19 1-241,-15-2 28,13 1-23,-22-2-5,-1 0 62,-7 0 44,-1 0 3365,-6 1-3291,-1-1 4,-3 1-184,-3-1-123,-7 1 62,-2 0-209,-12 1 147,6-1-3342,-10 2 3230,1-2 151,7 0 11,-4 0-50,7-1 112,7 0 5,1 0-27,7 0 5,2 0 28,1 0 3212,1 0-3212,6 2 51,1-1 16,6 2-11,0 0-50,1-1 38,3 1-38,-6-1 0,2 0 50,-8-1 100,-2 0-83,-1 0 179,-2 0-252,-3 0-89,-2 0 77,-11 0-100,1-1 28,-6 1-11,5-1-84,-7 0 61,6 0-3313,-8-2 3431,14 1 6,-2-2-6,8 2-123,1 0 44,4 1-167,-1 0 212,7 0 3387,2 1-3387,5 1-3363,0 0 3402,0 0-5,-2-1 12,-1 1-7,-2-2 1,-3 1 67,-1-1 111,-2 1 3404,-1-1-3078,-6 0-510,-1 0 0,-7 0-34,0 0-38,-2 0-108,-6-2 141,6 0 34,-5-1-29,14 1-22,-1 1-50,8 1-163,-1 0 202,7-1 67,2 1 0,8-1 5,3-1-5,1 0 0,0 0 0,-2 0 0,-2 0 0,-2 0 11,-1 0 29,-6 1 374,-1 0-487,-6 1-16,-7 0 33,0 0-23,-20-1-5,13 0-5,-8-1-3354,13 1 3354,2 0-23,4 0-17,1 0-73,1 0 135,3 0 50,24-1 34,-8 0 3425,18-2-3369,-16 2-11,-2-1 39,-3 1-101,-4 0 50,-2 1 241,-4-1-72,-2 2-29,-3 0-190,0 0-157,-10 0 45,1 0 39,-10 1-55,2 1-24,-8 2 91,8 0 55,-5 0 6,10-1-5,3-1 5,2 0 0,3 0-112,1-1-23,2-1-190,1 0 331,2 1-6,-1 0 78,1 0-72,-1 0 112,-1-1-113,-3 3 6,0-1-11,-4 2-50,-3 1 50,2-1 0,-2 1 0,4-1-6,1-1 6,2-1-106,2-1-247,1-1 353,0-2 79,0 0-40,1-2 22,-1 1-5,2 0 17,0 1 39,-2-1-28,1 2-280,-1 0 146,-3 3 44,-1 0 12,-3 1-12,0 0 6,1-1-11,1 0-101,3 0-101,-1-1-398,3-1 611,0-2 0,0 0 11,2-3-11,1-1 6,3-1-6,1 0-3392,1 0 3465,-2 2-73,0 1 51,-1 2 5,-4 1 22,1 1 29,-2 1-7,1 11 3253,-1-5-3493,0 8-3358,-1-10 3385,-1-1 63,0-1-23,0-1 73,0 0-6,1-1 6,0 0-408,0-1 3794,0-3-3386,2 0 0,1-3 6,0 2 167,3-1-106,-2 3-67,0 0 230,-2 2-191,-1 2-39,0 0 74,-4 4-74,1-1-6,-4 1-34,4-3 40,0-1 0,0-1 0,2 0-28,0-1-61,0 0 49,0 0 40,-1-2-11,0 0 11,-3-1 17,0 2-62,0 0 0,1 1-22,2 1-6,1 0 45,-1 1 23,1 0 5,-2 0-6,0 1 6,-3 1 11,-1 0-5,0-1 0,3-1-1,2-1-162,1-1 208,1 0-40,-2 4 23,0-1-34,0 3-12,1-3-21,0-1 33,1 0 190,0-2-184,2 0 44,-1 0 6,3 0 67,2 0-61,-1 0 23,3-1 15,-2 1-32,-1 0 21,0 0 113,1 0-79,-2 0 0,0 0-61,-1 0 27,0 0-21,0 0-12,0 0 0,0 0 84,2 0 22,-1 0-106,0 0 17,0 0-40,-1 0 29,1 0-17,-1 0 11,3 0 5,3 0-61,-2 0 12,4 0 32,-6 0-44,1-1 12,-3 1-7,1-1 1,-2 1 50,4 0-56,-3 0-6,2-1 6,-1 1 0,-1 0 6,0 0-6,0 0 11,0 0 0,0 0 34,0 0-39,1 0-1,-1 0 1,1 0-6,0 0 5,0 0 1,0 0 67,0 0-62,-1 0 28,1 0-33,-2 0 39,1 0-45,-1 0 56,5 0 33,-3 0-89,2 0 73,-3 0-67,1 0 27,-1 0 1,1 0-34,-1 0 50,1 0-44,-2 0-6,2 0 0,-1 0 67,0 0-67,0 0 39,1 0-39,-2 0 6,2 0 33,-1 0-33,1 0 10,1 0 12,1 0-3414,4 0 3392,-6 0 44,3 0-50,-5 0 0,1 0 0,-1 0 0,0 0 0,0 0-6,0 0 3398,-2 0-3397,1 0 5,1 0 0,-1 0 0,1 1 0,0-1 5,1 0-10,1 0 5,-2 1 0,2-1 0,-3 0 0,2 0 5,-2 0-10,1 0 10,1 0-10,-1 0 5,1 0 0,-1 0 5,1 0-5,-1 0 0,3 0 6,-2 0-6,2 0 0,-2 0 0,0 0 6,0 0-1,0 0-5,-1 0 6,1 0-6,-1 0 0,0 0 0,1 0 0,-1 0-6,1 0-39,5 0 34,-3 0-22,3-1-348,-2 1 190,-3 0 23,1 0-100,-3-1 156,0 1 145,-1-1-27,-1 0 22,-2 0 101,-2 0 5,-2-2-72,0 2-51,-2-2 84,0 1 6,-1-2-6,-6 0-95,6 1 0,-6 0-90,9 2 23,-2 1 17,3 0 50,-3 0 5,3-1 51,-1 1-5,0 0 16,-1 0-61,-4 0 22,0 0-34,-5 0-56,5 0 62,2 0 6,6 0-6,3 0-73,0 0 73,4 0-3319,2 0 3448,5 0-23,3 0 40,11-1-2342,-5 1 2263,5-1-11,-8 0-56,10 0 2302,-10 0-2296,6 0 50,-13 1-6,-1 0 3410,-1 0-3427,1-1 85,11 0-118,-10 1 0,8-2 11,-10 2-5,-5 0 27,2 0-22,-4 0 483,1 0-494,-3 0-118,-3 0 57,-3 0-1,-3 0 56,-3 0-100,-1 0 16,0 0 79,-7 0 11,6-1-73,-3 1 62,8-1-29,4 1 7,0-1-1,4 1-11,1-1-235,2 1 336,3 0-16,1-1 105,25-1-139,-13 0-6,16-2-28,-20 1-3364,-3 1 3392,-2 1 0,-3-1 33,-2 2-21,-1 0 369,-1-1-303,0 0-72,0-1 3380,0 0-3447,-2-1 16,0 0-17,-1-1 51,0 2 6,1 0-1,0-1 0,0 1 6,1 0-5,-1 1 5,-1-2-11,1 1-29,-1 0 6,0 0-27,1 0 55,0 0 0,1 1-27,0 0 38,1 0-5,-1 1 0,1-1 0,-2 1-44,1-2 32,-1 2-172,-1-2 49,2 2 46,-2-1 10,1 0-5,-1 0-11,0 0-79,0 1 124,-1-2-12,1 1 57,-2 0-23,-1 0 28,1 0 11,-2 0-11,4 0 0,0 1 0,1-1 0,0 1 0,1-1 0,1 1-11,-2-2 11,0 2 0,-1-2 0,-1 0 0,1 1 0,-1-1 0,0-1 0,1 2-6,-1-2-11,2 2-16,-1-1 27,1 0 6,0 1-50,1 0 16,0 0-78,0 0 118,4 1 67,0 0-29,2 0-4,0 0-35,-1 0 57,1 0 11,-1 0-1,1 0 24,1 1-7,-1-1 6,2 0-44,-4 0 16,1 0-5,0 1-12,-2-1-11,-1 0-39,1 0 11,-2 0 34,1 0-11,1 1 39,1-1-68,-1 0-5,1 0 6,-1 0-1,0 0 40,0 0 6,-1 0-51,1 0 33,-1 0-33,1 0 6,-1 0-1,0 0 1,1 0 44,0 0-44,-1 0 28,2 0-29,-1 1-5,0-1 0,1 0 0,-1 0 0,0 0 0,1 0 0,0 0 0,1 0 0,-1 1 0,0-1 6,1 0-6,-1 0 0,1 0 0,-1 0 0,1 0 5,1 1-5,0-1 0,0 0-5,-1 0 10,0 0-5,-1 0 6,4 0-6,-3 0 0,3 0 11,-4 0-22,0 0 22,0 0-11,0 0 0,0 0 0,1 0 0,-2 0 0,1 0 0,0 0 6,-1 0-6,0 0 0,0 0 0,-1 0 0,2 0 0,-1 0 0,0 0 0,-1 0-6,0 0 6,0 0 0,0 0 0,1 0 0,0 0 0,0 0 0,1 0 0,-1 0-11,1 0 22,-1 0-11,0 0 0,1 0 0,-2 0 0,0 0-11,0 0 11,0 0 22,0 0 321,0 0-343,-3 0-90,-5-1 6,-1 0-3404,-2 0 3488,1 0-5,1-1-29,-1 2 6,1-2 28,1 2 6,1-1-1,0 0 3421,1 1-3426,0 0 5,-1-1-5,0 1 12,0-1-12,1 1-112,-2 0 112,2 0 0,-1 0 5,2 0-5,1 0 6,0 0-1,1 0 40,0 0-45,0 0-5,-1 0 5,1 0 11,0 0-11,-1 0 0,1 0 0,0 0 0,0 0 0,0 0 11,-4 0-5,3 0-12,-2 0 6,4 0-45,-1 0-22,1 0-6,0 0 34,0 0 0,-1 0 39,1 0 45,0 0-953,1-1 875,-1 0-107,1 0 50,-1-1 29,0 1 16,0 0-28,-2 0-17,3 1 90,-2-1-33,2 1 509,-1 0-465,4 0 45,1 0-17,3 0-39,-1 0 0,1 1 0,-1-1 11,0 0 79,3 0-56,0 0-34,-2 0-6,-1 0 6,-6 0 6,0 0-6,2 0-6,0 0 6,1 0-6,0 0 6,0 0 0,1 0 6,0 0-6,-1 0 0,1 0 0,0 0 0,1 0 11,0 0-16,8 0 5,-6 0-6,5 0-3380,-7 0 3380,0 0 12,-1 0-12,0 0 6,0 0 0,0 0 0,1 0-11,0 0 3397,0 0-3414,0 0-45,9 0 29,-8-1 38,7 1-50,-9 0 39,3-1 12,-3 1 5,2 0 0,-4 0 0,1 0 0,-1 0 0,1 0 0,3 0 5,-2 0-5,3 0 6,-1 0-1,-1 0 1,1 0-6,-1 0 0,-1 0 0,1 0 6,-2 0-6,0 0 5,-3 0-5,1 0 0,0 0 6,0 0 330,0 0-135,-3-1-100,-3 1-101,-3 0 0,-2-1-28,-1 1 28,-1 0-3397,0 0 3397,0 0-12,1 0 7,-1 0-34,2 0-68,-3 0 57,3 0 44,0-1 1,3 1 3397,0 0-3398,-6 0 12,3 0-1,-3 0 40,6 0-28,0 0-17,2 0 5,-1 0-5,3 0 6,-4 0 5,2 0-11,-3 0 0,3 0 0,1 0 0,-1 1 0,-3-1 0,3 1-11,-1 0 11,2-1 0,1 1 0,-2-1 11,2 0 23,-3 1-1,3-1-33,-2 0-5,2 0-6,1 1 5,0-1 6,1 0 6,0 0-51,0 0 45,0 0 0,-1 0-45,1 0-369,0 0 402,5 0 12,2 0-5,5 0 10,9 0-5,-4-1-3375,7-1 3381,-9 1-2235,2-1 2240,-2 1-11,5-1 5,-5 0 35,6 0-40,-8 0 2307,-1 1-2301,-4 0 3459,-3 1-3398,-1 0-34,2 0-27,-1-1 0,1 1 156,5-1-112,-4 1 6,5-1-50,-6 1 5,1-1-11,-2 1 39,0 0-33,-1 0 0,-2 0 5,4 0-11,-2 0 0,2 0 5,0 0 35,1 0 72,21 0-107,-12 0 29,15 0-34,-18 0 0,-1 0 5,-3 0-10,-1 0 10,-2 0-5,-1 0 0,-2 0 0,0 0 6,-2 0-6,1 0 0,1 0 6,-1 0-6,1 0 0,-1 0-6,2 0 6,0 0 0,1 0 6,-1 0-6,0 0 0,-2 0 0,0 0-6,-1 0 6,2 0 6,-1 0 100,0 0-100,-1 1-6,-3 0 0,-2 1-6,-5 1 6,-3 0-6,-2 0 1,-1 2-68,0-1 73,-1 1-6,1-1 6,-5 2 17,5-2 39,-7 2-56,11-4 0,-3 1 0,7-2-33,-1 1-119,-3 0-38,-2 1 184,0 0-3414,1 1 3415,4-2 10,0 0 1,1 0 0,-1 0-1,2 0-5,-2 0 6,-1-1 3386,2 1-3443,-10 1 46,11-2-118,-9 2 72,10-2-5,-2 2-3369,2-2 3380,2 1 39,1-1-67,1 0 34,1 0-314,0-1 398,4 0 11,1 0 3381,5 0-3359,3 0-22,1 0 40,23-3-40,-13 1-45,16-2-11,-19 1 0,4-1 0,-9 2 0,2 0-3392,-10 1 3392,-2 1 101,-2 0-23,-2 0 224,0 0-296,-4 0-2274,-2 0 2195,-5 1 2034,-11 3-2056,3 0-56,-23 7 145,14-4 6,-1 1 0,14-3 3306,13-4-3311,0-1-213,0 0 257,10 1 29,-2-1-63,8-1 29,-3 0 16,8-4-44,-8 2 39,4-1 22,-12 3 39,-2 1-39,-2 0-106,-3 1-118,-3 1 152,-6 2-6,0 0-34,-1 1 45,-1-1-6,5 0-5,2-1-23,4-2-10,3-1-63,-1 1 62,0 0 6,0 0 39,-1 0-33,1 1 21,0-2 12,0 1-11,1 0 6,-1-1 5,0 1 5,0 1-10,-1 0 5,0-1 0,1 1-6,0-1 0,1 0 6,-1-1 0,1 1-39,-3 1-78,2 0 55,0 1 62,1-3-638,0 0 867,2 0 46,2 0-7,3 0-32,1 0-24,1 0 343,7 0-499,-6 0 0,5 0-6,-5 0-50,-5 0 6,3 0-1,-3 0-5,-3 0 12,2 0 21,0 0-33,0 0 0,0 0 0,0 0 0,-1-1 0,0 1 6,-1 0-6,2-1 5,-1 1 23,-1-1-28,2 1 0,-1 0-5,3-1 5,-2 1 0,3-1 5,-1 1-5,-2-1 0,1 0 6,-2 1-6,0 0 0,0 0 0,0 0 0,0 0-6,5-1 1,-2 1 5,8 0 5,-6 0-10,3 0 5,-3-1 0,1 1 0,-3 0-6,1 0 1,-4 0-1,-1 0-5,-1 0-314,-1 0 151,-5 0-33,-8 0 84,-1 1-6,-5-1-28,-1 2 146,4 0 11,-3 0 0,8-1 0,0 0 11,2-1 62,-1 0-73,2 0 11,2 0-5,2 0 0,0 0 10,-2 0 29,-4 0-28,3 0-11,-2 0 33,2 1-11,3-1-17,-3 0-22,3 0 28,-4 0-17,3 0 0,-4 0-6,4 0 6,1 0 0,1 0 6,0 0-6,0 0 0,1 0 0,-1 0-6,1 0-11,-1 0 12,2 0-7,-2 0 7,2 0-57,-1 0 57,0 0-46,0 0-61,-3 0-11,-5 0 89,3 0 34,-3 0 0,7 0-5,-1 0-40,-3 0-28,3 0 68,-1 0-51,2 0 56,2 0-213,0 0 157,1 1 45,0 1 11,0 0-6,1 1-56,2 0 62,3 0 0,0-1 0,5 0 6,-2 0 33,2-1-39,-2 0 56,3-1-45,-3 0-11,1 0 12,-2 0-12,-2 0 0,0 0 5,0 0-5,-2 0 6,2 0-6,-3 0 28,3 0-34,-2-1 12,2 0-12,-2 0 12,-2 0-1,1 1-5,-2-1 0,1 1 0,3-1-5,-2 1 5,1 0 0,-1-1 5,-1 1-5,1 0 0,-1 0 0,3 0 0,-3 0 0,1 0 6,4 0-6,-3 0 0,4 0 0,-3 0 0,1 0 6,4 0 10,-1 0-10,1 0 28,-6 0-29,2 0 57,-1 0-29,-1 0-27,2 0-6,-3 0 0,1 0 6,-1-1 16,3 1-16,-2-1-1,2 1 1,-3 0 27,0-1-33,0 1 6,-1 0-6,0 0 6,0 0-6,0 0 11,1 0 39,-1 0 17,2 0 370,6 0-431,-2 0-1,4 0 7,-4 0 21,-1 0-33,0 0 0,1 0 0,-2 0-5,10 0 10,-8 0 1,7 0-6,-10 0 0,-1 0 0,-1 0-23,2 0 18,-3-1-1,4 1-27,-2 0 33,1-1 0,12 0 0,-6 0 0,11-1 0,-11 1 0,0 0 0,0 0 0,-2 1-6,-2-1 0,1 1 1,-4 0 5,0 0 5,-3 0-10,-1 0 5,1 0 0,0 0 0,0 0 11,3 0-11,0 0 0,0 0 0,-1 0 0,-1 0 50,5 0-38,3 0-12,1 0 11,8 0 34,-9-1-45,5 1-3387,-6-1 3387,-1 1 6,-1-1 33,1 1-5,-1-1-29,-1 1-5,-1 0 6,-1 0-6,-2 0 3397,1-1-3391,-1 1-6,0 0 11,0 0 723,-2 0-734,-3 0 45,-4 0-1,-2 0-77,-6-1 27,4 0-5,-5 0 5,4 0-44,-3 0 44,-6 0 90,-5 1-84,4-1 6,2 1-6,13 0-34,0-1 29,2 1-1,0-1 6,0 0-17,1 0 12,-2-1-68,-5 1-84,-9-1 152,2 0-1,-3 1 6,10 0 11,-2 0-5,5 0-6,-7 0-151,3 0 100,-1 1-33,0 0 84,4 0-5,1 0-51,-6 0-6,4 0 62,-4 0-6,5 0-50,-2 0 56,3 0-5,-1 0-1,4 0-33,1 0 33,1 0 1,-1 0 5,1 0-6,-2 0-111,-10 0 77,4 1 40,-7-1 0,8 1 0,0-1-3380,2 1 3380,1-1 0,1 1 5,0-1-5,0 1 0,2-1 0,-2 0 6,2 0-6,1 1 0,-1-1 3392,-3 0-3387,3 0-10,-2 1 10,3-1 79,2 0-240,0 0 200,5 0-32,0 0 55,5 0-11,1 0 33,2 0 1,3 0 162,13 0-118,6 0-89,2-1-39,-2 0 5,-12-1-11,-1 0 0,4 0 0,-7 1-6,3 0 6,-9 1 6,4 0-6,-3 0 6,3 0-6,-3-1 5,5 1 1,-5 0-6,3 0 0,-6-1 0,0 1 0,-2 0 5,0 0-5,0 0 0,0 0 6,0 0-6,0 0-3392,4 0 3392,-3 0 0,2-1-6,-3 1 6,-3 0-5,0 0-1,-3 0 12,1 0 3436,-2-1-2943,0 1-499,-5 0-33,-5 0 27,-2 0-39,-5 0-107,-5 0 85,3-1-56,-7 0-17,8 0-3347,-1 0 3442,1 1 51,-3 0 33,5 0-34,-6 0 1,11 0 39,-3 0-45,4-1 39,-1 1-28,0-1-5,0 0-1,0 1 63,1-1-1,-1 1-45,-3-1-22,1 1 3375,-8-1-3380,7 1 5,-3-1 0,7 1 11,-1 0-17,3 0 6,0 0-5,4 0-90,-1 0 27,1 0-4,-1 0 60,1 0-49,-1 0 55,2 0 1,-2 0-1,2 0 6,-3 0 0,1 0 0,-2 0 6,1 0-3404,-2 0 3392,1 0 6,-1 0 0,1 0 0,1 0 45,1 1-6,2-1-33,0 0 3162,2 0-3168,3 0 73,2 0 168,20 0-141,-6 0-44,15 1-5,-12-1-46,1 0 51,1-1-56,0 0-3386,0 0 3386,-2 0 0,-2-1 0,5 1-6,-8 0 12,14 0 0,-16 1-6,9 0 3392,-13 0-3387,0 0-5,1 0 0,-2 0-5,1 0 10,6 0-5,-3 0 0,5 0 23,-6 0-23,-1 0-6,0 0 0,-2 0 1,-1 0 5,0 0-11,1 0 5,-4 0 0,2 0-66,-1 0 32,-3 0 40,2 0-5,-3 0 5,-2 0 392,0 0-341,-11 0-46,2 0-5,-9 0-5,-3 0-1,4 0 6,-6 0-39,4 0-23,-14-1-11,11 0 39,-12-1 29,17 1 5,0 0-17,-6-1-56,5 1 73,-4 0 0,8 1 6,-2 0-1,5 0 1,-2 0 5,7-1 28,-1 1-39,1 0 40,0-1-35,0 1 29,-1-1-29,0 1 1,1-1 28,-1 1-34,1-1-5,-1 1-7,1 0 6,-2-1 12,0 1-6,2 0 40,-1-1-7,4 1-16,-2 0-17,2-1 0,-3 0 0,0 1-28,1 0 22,-2-1 6,3 1 0,0 0 0,1 0-308,2 0 308,5-1 5,2 1 63,6 0 55,12 0-67,-4 0 17,8 0-34,-8-1 6,10 0-3437,-9 0 3398,6-1-1,-11 1 7,12 0-12,-10 0-2263,8 1 2269,-13 0-1,7 0-5,-6-1 2274,11 1-2280,-13 0 6,3 0 0,-7 0 3348,3 0-3382,-4 0-22,6 0-17,-6-1 22,2 1-10,-1-1 55,-3 1-22,1 0 22,-3-1 1,-3 1 5,1 0-56,-2 0-135,-4-2 51,-7 1 96,-1-2-46,-7 1 84,5 1 46,-14-1-40,11 0-6,-10 0-3392,13 2 3398,-1-1 0,2 1 17,-6 0-11,5-1-1,-8 0 7,11 1 32,-4-1 3393,6 1-3364,-5-1-73,2 1 11,-8-1-5,8 1-6,-5-1-6,7 0 6,-6 0-3392,6 0 3387,-4 0-51,5-1 50,1 2 6,0-1-6,1 0 6,0 1 6,0 0 3386,1-1-3392,0 1-34,3-1-16,-2 0 50,0 1-90,-9-1 23,4 0 67,-7 0 6,8 1 5,-2-1 39,3 1 12,1 0 44,3 0-50,1 0 28,2-1 56,1 1-145,2 0 10,7 0-5,2-1 34,5 1 89,9 1-67,-4 0 1,9 0-3371,-7 0 3314,1-1-2257,1 0 2257,-2 0-466,1 0 466,-3 0-12,7 0 7,-3 0 2036,-1 0-2036,-2 0 3051,-12 0-3051,3 0 1037,-6 0-1111,7 0 28,-6 0-5,4 0-28,-7 0 51,0 0-40,1 0 39,-2 0 29,0 0-7,-2 0-32,0 0 38,-1 0 6,0 0 0,1 0 0,0 0 0,2 0 0,0 0 0,1 0 0,0 0-6,-1 0-78,3 0 12,-1 0-18,9 0 51,-7 0 33,4 0-11,-9 0 17,0 0 6,-2 0 548,0 0-548,-4 0 44,-1 0-44,-8 0 11,2 0-3370,-5 0 3359,4 0-1,-3 0 6,1 0-5,-2-1 39,-5-1-45,5 1 0,-2-1-5,7 2 3397,-1-1-3403,2 1-35,-1-1 35,1 1-51,1 0 57,-2-1-3432,0 1 3437,0 0-11,-5 0 5,6 0-5,-6 0-28,9 0 39,-1 0-39,2 0 3419,0 0-3385,1 0-34,0 0 39,0 0 0,0 0 0,-2 0-12,1 0 12,-1 0 0,3 0-5,0 0-1,2 0 6,0 0-5,0 0-1,-1 0 6,0 0 0,-2 0 0,2 0 0,-1 0 6,1 0-1,-1 0 34,1 0 17,1-1-476,1 1 376,3 0 44,2-1 5,4 1 40,1 0-39,2 0 44,0 0-5,4 0-40,-4 0-5,3 0 6,-5 0 0,2 0-1,-2 0-5,1 0 6,-2 0-6,-1 0 0,1 0 0,0 0 33,0 0-21,0 0 16,1 0-28,0 0 0,-2 0 0,1 0-3392,-2 0 3392,0 0 0,-1 0-6,0 0 12,0 0-1,13 0 6,-6 0-11,11 0 3426,-11 0-3420,-1 0 38,4 0-44,-7 0 6,3 0-6,-10 0 0,1 0 0,-2 0 0,1 0 6,0-1-6,0 1 5,-1 0 1,0 0 935,0 0-890,-5 0-51,-2 0 0,-2 0-12,-2 0 1,4 0-34,-6-1-3475,-2 0 3402,-2 0 40,0 0 27,3 1-2217,-1 0 2268,1 0-1225,1 0 1225,1 0 1647,3 0-1641,-2 0-6,3 0 0,-1 0 2455,4 0-2460,-3 0 2826,3-1-2821,-3 1-5,2-1 5,0 1 5,-1-1-5,0 1-28,0 0 34,-4 0-6,4 0 0,-3 0 0,5 0-6,1 0 6,-1 0-67,0-1 34,0 1-7,-2-1 35,0 0-29,-3 0 34,-2 0-68,-3 0 29,4 0 34,2 0-85,7 1-28,0 0 29,1-1 27,-2 0 29,-1 1 27,-1-1 6,0 0-6,0 0 1,2 0-40,0 0 11,1 1-374,0-1 396,4 1 7,1 0 5,8 0 0,-2-1-6,5 1 12,-4-1-6,0 1 0,1 0 0,-2 0 0,1 0 0,5 0-3392,-7 0 3397,6 0-5,-9 0 12,8 1-7,-6 0-5,4 1 0,-7-1 39,3-1-39,-3 1 3392,2-1-3392,-3 1 0,0-1 0,-1 0 0,1 1 12,1 0-12,-1-1 0,2 1 5,0-1-5,-1 1 0,2-1 0,-2 1 0,-2-1 0,3 1 0,-3-1 0,2 0 0,-2 0 0,0 1 0,-1-1 6,1 1-6,-1-1 0,1 0 0,-1 0 0,0 1-6,1-1 6,0 0-11,2 0 5,-2 0 6,2 1 0,-2-1 6,-1 0-6,-1 0 0,2 0 0,-1 0-6,2 0 6,-1 0 0,1 0 0,1 0 0,0 0 0,0 0 0,-2 0 0,-2 0 0,1 0 6,0 0-12,1 0 6,1 0 0,1 0-5,0 0 5,-1 0 0,1 0 0,-2 0 0,3 0-6,-4 0 6,1 0 0,-1 0 0,1 0-5,0 0-51,1 0 22,-1 0-28,-1 0 68,-1 0 442,-1 0-442,-2 0-1,-1 0-5,-2 0-5,-1 0 5,-1-1-40,-3 0 1,2 0 6,-4 0-12,5 0 45,-2 0 0,2 1 5,0 0-5,1 0 0,0 0-3431,-3 0 3426,4 0-7,-3 0 7,5 0-1,1 0 40,-2 0-29,1 0 1,0 0 3397,-1 0-3397,1 0-6,-2 0 0,1 0 5,1 0-5,-1 0 0,0 0 17,0 0-11,0 0 27,-3 0-33,3 0 0,-4 0-11,5 0-28,-1 0-28,2 0 11,-1 0-34,1 0 57,0 0-40,-3-2 73,2 1 11,-2-1-11,5 2-493,0 0 488,3-1 5,1 1 0,4 0 5,14 0 6,-8 0 23,15-1-34,-19 0 0,2 0 0,-6 1-6,0-1 1,-1 1 5,-1-1 5,1 1 1,3-1-6,-1 1 0,4 0 0,-5 0 0,-1 0-11,2 0 11,-3 0 0,2 0 5,1 0-5,0 0-5,3 0-3387,-2 0 3397,-3 0-5,0 0 0,-1 0 0,0 0 0,3 0 0,-1 0 0,3 0 0,-5 0 0,2 0 3392,-3 0-3386,0 0-6,4 0 0,-4 0-6,4 0 1,-4 0 5,1 0-17,-2 0-61,1 0 33,-1 0 22,1 0 23,-2 0 0,3 0 0,-3 0 0,1 0 12,-1 0 10,-1 0 34,1 1 134,0 0-117,-3 0-45,-1 2-28,-3-1 0,-3 1-5,-1 0 5,0 1-6,-1 0 0,1 1 6,0 0 0,1 0 6,-3 1-6,5-2 0,0 0 6,3-2-6,1 0 0,1-1 0,-2 0 11,-5 3 28,3-1-22,-13 4-12,9-4 7,-4 2-3404,7-3 3397,2 0-5,0-1 6,1 0-6,1 0 0,2 0-6,0-1 712,0 0 3218,1 1-3330,-1 0-292,0 0 23,0-1 34,-1 1 520,-1 0-594,2-1 169,-3 1-207,4-1-34,0 0-157,-1 2-6,0-2-38,1 2-920,-1-1 857,3-1-5,-2 0 23,2 0-23,-1 0 22,0 0-39,1 0 40,0 0 21,1 0-128,3 0 68,-1 0-24,7 0 57,-5 1 34,5-1-51,-1 1-6,-1 0-16,3 0 33,-4 0-45,8 0 90,-7-1-5,6 1-1,-9 0 6,1-1-3392,1 1 3392,0 0 0,1-1 0,0 1 0,-1-1-62,7 0 51,-6 1-39,8-1 3436,-8 0-3380,0 0-62,0 1 0,-3-1 45,0 0-107,-1 0 84,-4 0-22,1 0-39,-3 0 11,0 1 79,0 0-68,-5 1-39,0-1-23,-6 1-10,-1 0 27,-1 0 45,-1 1 34,-1 0 6,1-1 27,-1 1 6,2 0 6,-6-1-1,8 0 1,-3-1-1,9 0-5,1-1 0,1 0 0,-2 1 0,2-1 12,-2 0-12,4 0 0,-2 1 5,2-1-5,-1 0 0,-1 0 0,0 0 0,0 0 0,1 0 0,-3 1 0,2-1 0,-2 0 0,2 1 0,0-1 0,1 0 0,0 0-5,0 0-29,1 0-11,-2 0 6,-2 0 45,1 0 38,-1 0-44,1 0 17,1 0-11,0 0-6,1 0 0,-2 0 0,2 0-6,-1 0 6,2 0 6,-1 0-1,0 0-5,0 0 0,-1 0 0,0 0 0,1 0 0,1 0-95,0 0 90,5 0 5,1 0 5,5 0 29,0 1-3426,1-1 3425,1 0-27,7 0 11,-4 1-12,10-1 1,-10 0 0,2 0-1,-7 0 3393,-1 0-3398,-1 0-3392,-1 0 3397,-1 0-5,2 0 0,-1 0 17,6 0 17,-4 0-2342,12-1 2303,-11 1 2262,9-1-2257,-12 0-6,2 1 6,-3 0-5,3 0 5,0 0 0,2 0 3392,-3 0-3398,2 0 6,-2 0 6,0 0-6,-2 0 5,1 0 29,-2 0-34,2 0 0,-4 0-6,2 0 6,-3 0 6,1 0-1,-1 0 35,2 0-52,1 0 12,1 0-5,1 0 5,-3 0 0,0 0 0,-1 0 5,0 0-10,-1 0 5,1 0 0,0 0 0,-1 0 0,0 0 672,-2 0-706,-2 0-22,-2 0 23,-4 0-3404,-6 0 3437,2 0-73,-5 0 67,0 0 6,4 0 6,-5 0 22,7 0-28,2 0 6,0 0-6,2 0 3448,-1 0-3443,3 0 29,-1 0-34,3 0 5,-3 0-5,2 0 6,-2 0-51,-5 0 40,3 0 5,-6 0-12,1-1 7,-5 0-57,1 0-39,-8-2 101,11 1-50,-3-1 39,7 1-34,2 0 39,2 0-50,2 1 56,2 0 0,0 1 6,1-1-101,1 1 44,-1-1-49,0 0 94,-1-1-28,1 1 29,-1 0 5,0-1-6,0 1 1,2 1-382,-1-1 398,3 1-5,3 0 44,4 0 29,5 0 10,4 0 63,19-1-80,-6 0-66,15-1 33,-13 0-33,0 1-3393,-2-1 3427,-2 1 10,-4 1 168,-2-1-66,-4 1 346,6 0-392,-11 1-16,3-1-17,-11 2 3369,-1-2-3391,1 1-46,1 0 29,2-1 89,7 1-123,-4-1 0,5 1 6,-8-1-6,-2 0 44,-2 0 18,-3 0 5,-1 0 51,-1 0-275,0 2 112,0-2-28,-2 1 40,0-1-90,-6 0 55,-1 0-55,-4 0 90,0 0-46,-2 0-50,-2 0 6,-1 0 78,0 0 40,0 0-79,-6 0-95,1 1 33,-1-1 62,4 2-39,6-1 5,1 1 6,-3-1 73,5 0 39,-1 0 6,5 0-6,2-1 0,0 0 0,1 0-40,-3 0 7,4 0-40,-3 0 39,6 0-145,0 0 179,1 0 34,3 0-23,3 1 28,3-1-5,2 0 27,3 1-27,0-1 11,2 0 0,10 1-40,0-1 1,0 0-3393,-4 0 3421,-9 0-28,0 0 10,3 0-2239,-5 0 2223,4 0 0,-8 0 0,1 0 2274,-1 0-2274,-1 0 5,4-1-5,-5 1 3398,5-1-3392,-5 1-6,3-1 5,-3 1 6,7-1-5,-5 0 0,4 0 5,-3 0-6,0 0-5,0 1 0,-2 0-5,-2 0 5,0-1 5,-1 1-5,0 0 0,-2 0 0,1-1-5,0 1 10,-2 0-5,0 0 163,0 0-214,-4 0 51,-1 0-39,-3 1 34,-1-1-3393,-2 1 3392,1 0-156,-6 0 128,5 1 34,-4-1-33,6 0-29,-1 0 17,-1 0 3348,0-1-3337,2 1-61,-1-1 55,1 1-21,-2-1 55,-2 1 6,3-1 0,-5 1 0,5-1-6,0 1-16,-2 0 16,5 0-33,-1 0 34,6-1-275,0 0 324,5 0 7,-1 0 94,9 1-61,-5 0-28,5 0 12,1-1-1,-2 0-27,3 1-1,-3-1-3381,8 0 3381,-5 0-33,5 0 28,-6 0-23,3 0-11,-7 0 11,5-1-11,-10 1 3392,3 0-3386,-5 0 5,2-1-6,-1 1 1,0 0 61,-3 0 353,1 0-425,-6-2-40,-4 1-101,-3-2 34,-2 1-185,-10 1 208,9 0-18,-10-1 6,11 1 56,0 1-16,-1-1 16,-1 0-56,0 0 28,0 0 73,1 0 0,0 0-5,2-1-35,2 0-94,2 1 56,1-1-23,2 0-17,-1 0-22,-2-1 101,2 1 39,-2-1-3381,1 1 3420,2 1-5,-2-1 16,2 1-50,0 0 40,-2-1-35,4 2-5,-1-1 3269,2 0-3275,0 0-50,-2-1 56,1 1 0,0 0 0,0-1 6,0 1 33,-2 0-78,2-1 22,-5 0-56,5 0 40,-2 0-29,2 0-5,1 1 17,0 0 5,0 0 39,0 1 6,1-1 6,1 1 5,0-1 146,0 1-84,7 0-6,1 0 6,8 0 111,1 0 68,2 1-5,2-1-3410,2 1 3360,3 0-18,2 0-61,3 0-40,2-1-33,1 0 0,13 0-40,-13 0 1,8 0 33,-10 0 3353,-12-1-3392,4 1-3386,-16 0 3391,0 0 63,-6 0 755,-1 0-767,-6 0-151,-1 0 61,-8 0-16,-2 0-18,-3 0 12,-3 1-172,-21 1 194,16-1-27,-15 0 16,22-1 39,1 0-5,-8 0 3245,6-1-3251,-15-1 152,15-1-186,-8 1-16,9 1 11,-8 1 17,9 0 28,-5 0 5,11 0 6,2 0-11,-3 0 5,4 0-66,-2 0 32,5 0-49,-3 0 83,3 0 6,-2 0-33,3 0 21,1 0-44,0 0 56,1-1 0,1 1 0,0 0-5,2 0-29,0 0 29,2 0-46,-1-1 34,-2 0 12,1 0-12,0 0 11,2 0-78,0 1 40,2 0 44,5 0 67,7 0 17,7 0-45,7 0 0,4 0-33,19 0 5,-12-1 79,22 0-90,-28 0 5,6 0 6,-17 0 85,13 1-57,-19-1-6,9 1 91,-21 0 105,-2 0 34,-1 0-352,-4-1-225,-12 0 281,-1 0-7,-12-1 1,4 0-6,-1 1-50,-13-2 11,10 1 45,-8-1 28,13 1-51,2-1-61,2 1 117,-5-2-33,9 3-34,-3-2-17,6 2 57,5 1 33,-3-1 0,6 1 5,0 0-5,-1 0 34,1-1-34,0 1 0,-1-1 5,1 1-10,-2-1 5,-4-1-3392,3 2 3403,-3-2-11,4 2 6,3-1-6,-2 1 0,2-1 0,0 1 0,1 0 5,0 0 3387,0 0-3392,0-1 6,0 1-12,-1 0 6,1-1-11,0 1 17,2 0-208,0-1 202,3 1 106,16-1-66,-3 1 50,13 0 123,0 0-180,-6 0 40,8 0-34,-8 0-3364,1 0 3331,-1 0 56,1-1-18,6-1 7,-9 1 5,11-1-51,-19 1 7,3 0-12,-11 0 3431,3 1-3398,-1 0 96,8-1-62,5 0-67,1 0 34,18 0-28,-19 1-6,11-1 0,-20 1 0,-2 0 5,-3 0-5,-2 0 6,-1 0 44,-1 0 309,-1 0-483,-11 0 7,1 0 38,-10 0 12,-9 0 11,5 0-11,-7 0 67,11 1-3448,1-1 3448,2 0-6,3 0-78,1 0 84,2-1 0,1 0 0,0 0 0,2 0 3336,-4 0-3397,4 0 16,-3 1 45,3-1-17,-2 0 17,2 1 0,-2-1 0,2 1 0,-2-1 0,-1 0 0,-3 0-45,-5 0 45,-5-1 0,5 0 12,0 0-1,12 2-11,2 0 5,2 0-10,1 0 10,0 0-55,0 0 44,0 0 6,-2 0 0,1-1 0,-1 1 0,1 0 6,-4 0-6,3 0 0,-3-1 0,3 1-6,-1 0-33,0 0 39,0 0 0,-1 0 0,0 0-5,1 0-1,-2 0 0,1 0-139,-7 0 145,5 0 11,-9 0-11,10 0 6,-2 0-6,5 0-6,-1 0 6,0 0 0,-1 0 0,1 0 6,0 0-6,1 0 0,0 0 11,1 0-11,0 0 5,2 0-5,-1 0-5,0 0 5,-2 0 0,2 0 5,-1 0-5,-1 0-5,1 0 10,0 0-5,1 0-296,0 0 296,4 0 0,4 1 50,5 1 129,30 3-173,-12-2 39,22 1-45,-23-3-3376,-1-1 3382,-3 0 22,3 0-28,-9 0-11,4 0 11,-15 0-6,1 0 12,-6 0 3386,1 0-3387,-1 0 1,2 0-6,-1 0 6,5-1-12,-1 0 6,3-1 0,-1 1 6,13-2-6,-7 1 0,9-1-6,-12 1-3392,0 0 3393,-1 0-6,3 1 11,-5 0 0,2 0 0,-6 1-6,0 0 0,1 0 3398,-1 0-3392,-1 0 0,-1 0 0,0 0 0,-1 0 0,3 0 0,-1 0 0,0 0 0,0 0 0,6 0 6,-4 0 0,6 0 5,-4 0-11,0 0 5,1 0-5,-3 0 0,1 0 0,-2 0 0,0 0 6,2 0 0,-2 0-6,1 0 0,-5 0 0,0 1 0,-1-1-6,0 0 6,0 0-6,1 0 12,0 0-12,3 1 6,1-1 0,0 1-11,0-1 11,-2 1 0,0 0-5,-2-1 10,1 1-5,-1-1 11,0 0 230,-2 0-241,-4 1-84,-7 1 45,-2 0-6,-7 1-50,1 0-11,-3 0 66,0 1 12,-2 0 23,3 0 5,3-1 0,2 0-11,-2 1 5,8-2-191,-5 1 85,9-2-44,-4 1 156,4 0-34,-2-1 34,3 0 0,-2 0 0,3 0-6,0 0-33,4-1-560,-1 0 745,14 0-51,-2 0 11,12 0-33,-6 0-23,2 0 6,0 0-50,0 0 33,-1 0-28,-6 0-61,-2 0 89,-7 0-28,2 0 185,20 0-11,-7 0-78,18 0-62,-4-1-39,-8 0 5,7-1 17,-13 1-23,-2 0-5,-3-1 34,-6 1 5,-1 0 12,-5 1 408,0 0-554,-8 0 33,0 0 17,-6 1-16,-2 0-152,-11 1 112,3 1 6,-9 1 5,7-1-230,-11 3 248,8-1 60,-5 2 12,14-3 0,6-2 0,3 1-61,5-2 5,2-1-112,3 0 246,4 0 12,0 0 476,22 1-476,-9 0-40,16 0 12,-13-1-57,2 0 1,0 0-1,0 0 40,1 0-39,-2 0 39,-1 0-45,-3 0 0,-2 0 0,-5 0 0,-3 0 117,-4 0-61,-1 0 168,-2 0-229,-4 0-57,-10 1 17,-4 1 45,-5-1 0,4 2-3397,6 0 3341,-2-1-1341,-13 2 1291,8-1-6,-11 1 78,14-1 34,0-1 56,2 0 2842,3 0-2898,2-1 1644,6 0-1638,1-1-6,3 0-471,0 0 471,3 0 11,2 0 28,4 0-3392,4 0 3353,3 0 6,1 1 28,1-1-34,1 0 5,7 0 12,-9-1-17,5 1 3398,-10 0-3365,-5-1 40,-2 1 12,-4 0 111,-1 0-224,-3 0-68,-10 1 91,-1 0-1,-8 1-27,4 0-3433,-1 1 3461,0 0-2303,2 0 2302,4-1-38,4-1-46,4 0 40,2-1-236,3 0 387,5 0 2279,1 0-2206,13 0 3285,-3 0-3420,8 0 0,-4-1-39,-1 0 6,-1-1 0,-2 0 50,3 0-11,-10 1 33,1 0-78,-10 1-56,0 0 56,-5 0-50,0 0 11,-6 1-3353,0 0 3392,-2 0-57,0 0-77,-1 1 72,-5-1-27,4 1 21,-6 0 68,11-1 3392,0 0-3392,7 0-11,1-1-6,2 0 113,3 0-7,1 0 23,5 0-39,0 0 68,6 0-69,-3 0 18,12 0-51,-13 0-28,7-1 40,-2 0-46,-5 1-5,5-1 34,-7 0-3370,0 1 3426,0 0-79,1-1 22,1 1 152,11-1-179,-7 0 33,7 0-33,-10 1 27,-2-1-27,0 1-6,-2-1 0,-1 1-2173,3-1 2173,-1 1 33,1 0 90,1-1 2151,-1 0-2262,2 0 16,6 0-28,-7 0 0,7-1 0,-10 2-1268,1-1 1273,-1 0-5,-1 1 6,2-1 0,-2 0-6,-2 0 2766,0 1-2760,-3-1 1898,1 1-1904,0 0 6,3-1-1,0 0-5,5-1 0,-2 1 6,3-1 0,11-1-12,-9 1 12,7-1-12,-11 1 6,1 1 6,-4 0-6,1 0 0,-3 0 0,-1 1 0,1 0 0,1-1 0,2 1 5,7-2-5,-3 2 0,6-2 6,-5 1-3393,0 0 3387,0 0 6,-2 0-6,-1 0 6,0 0-6,-2 0 0,-1 0 50,-2 1 17,6-1-22,-3 1 3347,7-1-3381,5-1 0,-6 0-5,9-1 0,-10 1-1,-1 1 1,0-1-1,-4 1-5,-1 0 0,-4 0 0,0 1 6,2 0 33,-1-1 6,2 1-45,-1-1 0,1 0 0,-1 0-6,3 1 6,3-1 0,1 0 0,3-1 0,-3 1 6,6 0-6,-6-1-11,2 1 0,-7 1 11,-3 0 0,0 0 0,-3 0-118,0 0 62,-4 0 0,-2 0 45,-2 0 5,-2 0-33,2 0 33,-2 0 1,-1 1-1,0 0 6,-1-1-33,0 1-96,-5 0 39,-2 1 17,0-1 51,-5 1 16,10 0 1,-3-1 5,7 0-3392,1 0 3397,1 0-5,-1-1-5,1 1-40,-1-1 6,-8 1 44,6-1 1,-5 0-6,9 0 0,0 0 3386,2 0-3391,0 1 5,0-1-39,-2 1-6,0-1 11,-1 1-55,2-1 16,1 0 28,-1 0 45,1 0 6,-2 0-6,1 0 72,-1 1 18,0-1 11,-6 0-68,0 1-33,1-1 0,0 0 6,6 0-3387,-1 0 3387,0 0-2274,-5 0 2273,3 0-5,-12 0 0,9 0 11,-13 0-11,14 0-5,-5 0-1,7 0 2224,1 0-2218,-1 0 3398,-4 0-3398,5-1 0,-3 1-6,1 0 0,4 0 6,-4 0 0,2 0 0,-1-1-33,-1 1-23,-2 0-3381,-1-1 3437,-3 1-68,-16 0 68,11 0 6,-16 0-6,22 0-140,-11 0 134,13-1 3342,-7 1-3409,8-1-27,-6 1 39,4 0-58,-5 0 119,5 0 12,3 0-12,0 0 5,4 0 1,1 0-6,-1-1-6,-5 1-27,2 0-3449,-4 0 3392,3 0 79,0 0-22,-1 0-40,1 0 34,1 0-68,-10 0-22,7 0 79,-7 0-96,8 0 3538,-2 0-3392,4 0-28,2 0-134,6 0-79,1 0 236,2 0-23,4 0 28,3 0-3359,5 0 3449,3 0 33,5 1 23,5-1 10,2 1-49,4-1 55,18 0-83,-10 0-35,11 0 1,-16 0 3358,13 0-3391,-14 0 21,10 0-3425,-18 0 3398,-1 0 33,-3 0 11,6 1-38,-8-1 49,9 0-10,-15 0-51,3 0 3392,-7 0-3392,-2 0 0,0 0 5,-2 0-3391,1 0 3398,0 0 4,7-1-10,-4 0 0,6 0 5,1-1-6,-6 1 1,5-1 0,-8 2-6,-1-1 0,2 0 0,-1 1 0,2-1 0,0 1 5,0-1-5,8 0 3398,-4 1-3398,5-1 0,-5 0-3392,0 0 3386,-1 1 6,-1 0-11,2-1 5,-7 1 6,2 0 0,-8 0-33,0 0 3425,0 0-3398,0 0 1,-1 0-679,0 0 594,-5 0-83,-9 2 133,-2 0-4,-8 2-3348,4-1 3442,-2 1 79,-6 2-129,6-2-2269,-6 1 2219,8-2-45,-8 1 28,5-1 2329,-9 1-2267,15-2 5,-3 0-6,8-1 3387,-6-1-3387,3 2 6,-4-1 0,6 0 79,-5 1-29,7-2-11,-4 2-39,9-2-11,-1 0-45,0 1-3347,-5-1 3369,2 1 23,-5 0-28,7 1 28,-2-1 11,7-1 0,-1 0-168,3 0 168,4 0 33,1 0 3359,5 1-3319,0-1 106,9 1-123,-1 0 17,8-1-39,-5 0 16,3 0-44,11-1-1,-8 0 1,7-1 5,-14 1-11,-1 0 39,4-1-33,-8 2-6,4-1 6,-9 1 5,0 0-11,-1 0 5,0-1 1,-2 1-3387,3-1 3392,-3 1 23,2-1-28,-2 1 55,10-2-50,-8 2-11,8-2 12,-7 2-7,-3-1 3393,4 0-3381,-4 0-17,1 0 5,0-1-5,-3 1 6,1 0-6,-1 0-6,0 0 1,0 1-7,3-1 12,-3 0-5,3 0 5,-5 1 0,0 0 0,2-1 0,4 0 0,0 0 0,9 0 0,-7 0 0,4-1-6,-7 2 1,-2-1-1,-3 1-11,0 0 17,-1-1 6,0 1-6,-1 0-95,0 0 89,-7 0-84,0 0-16,-6 0 39,1 0 5,-1 0-5,-2 0-56,-4 0-6,2 0 28,-2 0 96,4 0 5,-5 1 95,-7 0-56,5 0-33,-3 0-1,12-1-5,-1 0 0,-17 0-22,13 1 22,-14-1-3392,19 2 3397,-1-2 1,1 2 44,0-2 90,-4 2 23,-2-2-113,0 1-44,-13 0-6,15-1 0,-10 1 0,14 0 3392,0-1-3235,0 1-90,5-1-11,-1 0-6,5 0-50,-1 0 0,-2 0-39,-1 0 33,-3 0-66,-2-1-3320,-3 0 3392,0 0 72,-1 0-27,-1 1 207,-12 0-73,12 0-32,-12-1-136,20 1 62,0 0-23,5 0 3392,-2 0-3436,2 0-6,-2-1 6,1 1-18,-6 0-66,1 0 78,-4 0 0,2 0 0,-1 0 0,1 0 0,0 0 0,-6 0 0,6 0 6,-5 0-6,6 0-12,-4 0 7,4 0-29,-3 0-5,5 0-6,-2 0 34,4 0 5,-3 0-33,5 0 5,1 0 34,1 0 28,-1 0-28,2 0 0,-1 0-6,1 0-5,-1 0-28,-1 0 33,0 0-38,-3 0 49,3 0 1,-1 0-1,2 0-10,1 0-51,0 0-465,1 0 515,5 0-10,7 0 16,4 1 0,8 0 39,-1 1-39,16 1 0,-9-2-17,21 0-22,-24-1 5,5 0-33,-16 0 28,-4 0 39,-4 0 11,-4 0-11,-2 0 95,-1 0-655,-4-2 415,-2 1 189,-24-4-94,9 2-3348,-14-2 3398,15 2 68,-7-2-29,9 1-6,-5-1 29,11 2-51,2 0 23,-2 0 3358,5 0-3398,-6 0 1,8 1 5,-3 1 5,6 0-5,1 1 0,-1 0-11,0-1-39,-1 1 10,-1-1-27,0 0 28,-2-1-28,1 1 28,-4-2 39,4 2-6,-3-2-67,7 2-106,0 0-280,0 1 459,7 0 45,10 0-45,4 0 44,8 0-38,-1 0 0,3 0-1,2 0 40,20 0 67,14 0-73,-12 0-33,0 0 22,-36 0 140,0 0 22,-10 0 1,0 0-1,-8 0 157,0 1-162,-3-1-185,-1 1-162,-19-1-118,6 0-208,-61-4 410,43 1 72,-38-3-83,45 3-1,2 0-3307,0 1 3397,4 0 67,-1 0-39,9 1-2297,1 0 2269,9 0-5,2 0-1,2 1 2213,0-1-2515,0 0 314,5 0 33,1 1 3358,7 1-3307,-1 0 11,4 1 123,11 0-185,-4 0 11,9 0 6,-9-1 56,8 1-61,-9-1-46,9 1 40,-18-2 0,3 1 22,-9 0-67,-1 0 39,-1-1 1,-3 1 21,0-1 85,-1 0 302,-1 0-448,-3 1-213,-2-1 17,-7 0 39,-5 0-33,-4 0 72,-4 0 62,-1 0 56,-1 0-207,-11 0 201,10 0 29,-16 0 33,22 0 33,-3 0-16,14-1-11,4 0-113,4 1 1,2-1-140,1 1 190,-1 0 5,0-1-5,-1 1-151,1 0 145,-1 0-5,-1 0 6,1 0-74,1 0-173,0 0 196,0 0-145,0 0 27,-2 0 118,0 0 56,-2-1-6,0-1 12,1 1 5,1-1-11,2 1-101,1 0 57,0 0 38,1 0 0,2-2 6,2 1 0,4-1 51,2 0 22,6-2-34,-3 1-39,3 0-3325,-3 1 3387,-5 1-18,1 1 1,-2 1-2308,-3 0 2269,3 0-6,-3 0 56,1 0 2218,0 0-2218,-1 0-50,0 0 44,0 0 3348,-1 0-3342,0 0-51,0 0 57,5 1-57,-1 0 7,3 1 32,-3 0-38,0-1 28,0 0-29,1 0 286,11 0-235,-11 0-3442,8 0 3453,-12-1 6,-1 1 5,1-1-10,0 1 178,5-1-168,-2 1 46,4-1-35,-4 0 3393,0 0-3443,1 0 39,1 1-44,-2-1 5,2 0-28,-3 0 57,0 1-3315,9-1 3314,-5 1-11,8-1 45,-8 0-2307,2 1 2257,-1-1-1496,12 0 1451,-10 0 1556,9 0-1562,-14 0 78,9 1-72,-7-1 2268,7 1-2235,-9-1-39,0 0 33,0 0-27,3 1 0,-3-1 38,6 0-4,-6 0 27,4 1 6,-3-1 3386,6 0-3454,-4 0 130,10 0-90,-5 0-40,-1 0 34,-1 0-33,-5-1-6,1 1 11,-1-1-11,0 1 6,6-1-1,-2 0 1,5 0-6,6 0 0,4 0 0,2 0 0,-3 0 0,-10 0-6,8 0-33,-13 0 39,3 1-3347,-14 0 3229,-1 0 57,-6 0-57,-1 0 45,-7 0 62,-1 1-101,-2 0-84,0 1 3431,-1 1-3240,1 0-3489,-1-1 3388,-2 1 16,1 0-22,-3 0-95,-2-1-224,-28 3 431,17-2 0,-21 2 0,28-2-45,0-1 45,5 0-5,0-1-46,-11 1-50,0-2-55,-1 1-802,-29-3 768,32 1 61,-29-2 123,30 2 6,0 0 3700,-4 0-3487,12 0 84,0 0-118,15 1-179,4 0-62,1-1-162,2 1 163,4 0 61,2-1 73,7 1 33,4 0-28,4 1 421,15-1-270,-7 0-122,11 1 5,-11-1-6,1 0-72,0 0-3387,1-1 3353,-2 0-2070,1 0 2081,-2-1 34,0 1-39,-1-1 27,-1 1-22,7 0 2370,-10 0-2375,10 1 3165,-19 0-3160,6 0 22,-11 0-27,4 0 78,4 0-78,-3 0 50,6 0-45,-6 0 34,1 0-34,13 0-11,-12 0 0,9 0 5,-18 0 1,-1 0 5,-3 0 40,1 0 16,-4 0 236,1 0-432,-4 0-202,-3 0 124,-5 0 207,-4-1-3392,-2 1 3246,-1-1-156,-2 0 195,1 1 96,-22-1 6,14 1-298,-34-2 141,34 1 16,-12-2 12,17 2 55,-7-1 3477,7 1-3348,-6-1 6,13 2 17,1-1-34,2 1 34,4-1 0,-1 0-67,2 0 27,0-1-33,2 0-3397,-1 0 3341,-1-1-28,-2 1-34,-6 0 107,4 0 11,-4 1 5,6 0 79,-2 1-44,5-1 3357,-2 1-3391,4-1-6,-2 0 0,-1 0 0,-5 0 67,5 0-17,-2 0 40,2 1 89,2-1-140,0 1-33,2-1 0,1 1 27,-1 0-33,1-1 11,-2 1 34,-2-1-45,2 1-5,-3-1-35,3 1 29,-5 0 0,4 0-28,-6 0 33,7 0-5,-1 0 11,4 0-134,1 0 27,-2 0 34,0 0 62,-2 0 11,0 0 0,1 0 0,-1 0 0,2 0 6,1 0 44,-1 0 17,0 0-61,0 0 0,-5 0-6,4 0 0,-2 0 0,3 0 0,0 0-174,1 0 174,5 0-3392,0 0 3437,6 0-6,1 0 62,2 0-2207,4 0 2179,2 0 106,11 0-28,-6 0-11,15 0 2134,-18 0-2168,10 0-55,-15 0-1,2 0 3387,-8 0-3286,7 0-151,-5 0 6,4 0 33,-8 0 68,3 0-68,-2 0 12,4 0-46,-4 0 46,1 0-51,-1 0 5,0 0 1,-1 0 11,1 0-12,-2 0 12,2 0-11,-4 0-1,1 0 1,0 0 5,2 0 39,6 0-44,-3 0 0,5 0 5,-8 0 17,2 0-28,-2 0 0,0 0 0,-2 0-6,1 0 6,-2 0 0,5 0 6,-3 0-6,8 0 33,-5 0-33,4 0 6,-5 0 84,8-1-79,-7 1 45,5-1-23,-8 0 96,1 1-56,1-1-28,1 0-40,2 0 74,0 0-74,3-1 1,-1 1 39,7-1-45,-3 0 5,0 0-5,-6 1 0,-6 1 12,4-1 66,-2 0-44,6 0-34,-4 0 0,1 0 0,0 1 5,-2-1-5,1 0-3397,2 1 3397,-4-1 0,2 1 0,-5 0 11,4-1-11,-3 1 0,3 0 0,-4 0 0,0-1 3392,1 1-3398,-2 0 6,2 0 0,-2 0 0,1-1-11,-1 1 11,0 0-6,1 0 1,-1 0-96,-1-1 67,-1 1-408,-1 0 386,-5 0-34,0 0 1,-4 0 38,-1 0 51,-1 0-123,0 0-6,0 0 34,-5 0 89,3 0-33,-3 0-107,3 0-111,-9 0 189,3 0 68,-5-1 0,-4 0 6,11 0 0,-5 0-6,13 0 0,2 1-6,-2 0-61,3 0-28,-2 0-23,0 0-156,-6 0 145,0 0 62,-4 1 50,-3 0 17,5 0 11,-4 2-11,7-2 45,2 0-6,0 0 11,3-1-44,0 1 5,2-1 0,0 0 1,3 0-12,-1 0 5,2 0-5,-2 0 6,-1 1-1,0-1-5,-1 0 135,-2 0-79,1 0-56,-1 1 0,2-1 0,1 0 0,0 0 0,0 0 0,-1 0-6,2 0-33,-5 0 50,3 0-22,-2 0 11,2 0-6,-1 0 1,1 0 5,-1 0 0,3 0 5,1 0-5,1 0-112,0 0 112,4 0 73,5 0 6,2 0 150,12 2-66,-5-2-46,8 1-38,-4 0-29,0-1 17,10 0-11,-9 0 0,12 0-45,-18 0 29,3 0-29,-10 0 0,1 0-11,-4 0 39,3 0-39,-5 0 11,7 0-5,-3 0 5,4 0-5,-4 0 27,1 0 86,2 0-75,-2 0 7,1 0-46,-2 0-5,0 0 51,5-1-51,-5 1 5,4-1-3313,1 0 3353,-4 0-45,8 0 17,3-1-17,-7 1 0,14 0 0,-18 0 0,6 1 3398,-10 0-3398,2-1 5,3 1 1,-2 0-6,1 0 0,-3 0 5,-2 0-5,-2 0 6,0 0-12,-1 0 1,1 0 5,2 0 5,2 0-5,0 0 17,0 0-11,6-1-6,-4 1 0,3-1 0,0 0 5,-4 0 1,4 0-6,-5 0 11,0 1-11,0-1 6,-2 1-6,0 0 0,-1-1 0,-1 1 0,0 0 0,0 0 0,0 0-6,1-1 6,3 1 0,-2-1-5,1 1-1,-4 0-493,0-1 331,-5 1 11,-1 0 90,-5 0 28,-1 1-460,-8 0 247,1 1 73,-6 1 50,4 0 45,1 0-50,-1 0-163,-5 1 252,6-1 45,-5 1 6,8-1 39,-6 0 44,5 0-83,-3 0-1223,8-1 1189,3 0-22,0-1-62,-5 2 50,3-1 12,-6 1-1,6-1 40,-15 2 1267,9-1-1205,-10 2-46,15-3 68,-2 0-67,6 0-1,-2-1-5,7 0-11,-1 0-51,0-1-38,-1 2 21,-2-1 40,0 2 33,-1-1 6,-1 0-3392,1 1 3482,1-1-34,2 0-28,1 0-28,2-1-442,1-1 442,5 0 0,-1 1 89,5-1 18,0 1 217,10-1-150,9 0-101,3-1-23,3-1-50,-7-2-5,8-1 3402,-8 1-3397,5 0 0,-14 2 6,0 1-1,-2 0 51,-2 0-44,5-1 21,-5 1-33,3 0 6,-7 0-6,-1 0 5,-1 0-5,-2 1 12,-1 0-12,-1-1 0,0 1 0,-1 0 0,0 0 11,-1 0 50,-1 0-61,-2 0 0,-2 0 6,-4 1-3404,0 0 3393,-3 1-180,-8 1 79,2-1-2275,-7 2 2292,6-1 83,-10 1 6,9-1 11,-4 0 40,10-1-51,3-1 0,3 0 2268,1 0-2268,1 0-67,0-1-28,1 1-29,-2 0 3320,-4 1-3308,1-1-3280,-3 2 3404,2-2 38,2 1-5,-1 0-34,3-1-5,1 0-6,1 0 0,1 0-152,0 0 3539,1-1-3393,-2 2 6,3-1-50,-1-1 72,2 1 62,3-1 23,0 0 5,4 0 162,5 1-117,-2-1-51,5 1 45,6-1-117,-7 0-28,6 0 50,-10 0-51,-2 0 62,-1-1-3453,-1 1 3442,0 0 50,0-1-55,-1 0-2280,2 0 2262,-2 1 40,10-2-34,-6 0 2235,7 0-2274,-8 1 11,-2 0-11,0 0 3437,-2 0-3437,-1 1 0,-1 0 6,1 0-6,-1 0 17,1-1-12,1 1 130,1 0-40,-2-1-6,1 1 29,-3 0 190,1 0 2722,-2 0-2526,-2 0-105,-1 0-125,-2 1 465,0 0-560,4-1-179,-1 1-509,2-1 363,2 0-162,-1 0 140,2 0 79,-3 0-3486,0 0 3346,-5 1 223,1-1-5,-5 1 5,1 0 57,3 0-46,-1 0 7,3-1-12,1 0 0,1 1-185,1-1 118,-1 0-219,-1 1 112,-1 0 79,-2 1 28,1-1 28,-6 2 95,6-2-39,-4 1-12,6-2-5,1 0-101,0 0-78,0 1-17,-1-1-45,-2 1 85,0 0-40,1 0-28,0-1 11,2 1-594,1-1 801,3 0 6,0 1 6,4 0-1,-2-1 63,2 0-6,5 0 11,-3 0 156,7 0-3531,-5 0 3341,3 0 17,-2 0-45,1 0-5,-1 0 44,10-1-50,-10 0 6,6-1-6,-8 1 3397,-3 0-3391,1 1-6,-4-1 185,1 1-101,-3-1-11,1 1 5,-2 0-11,0 0 6,0 0-39,2-1 10,0 0-38,3 1 44,0-2-10,3 1 49,-1 0-44,0-1 5,-2 2 23,-2-1 90,3 1-40,-2-1-62,3 1 40,-1-1 151,3 0-252,-2 0 6,1 0-3393,-1 0 3387,-3 0 51,2 1 5,-2-1-45,0 1 0,0 0-11,0 0 11,-1 0-11,1-1 3404,-1 1-3399,1 0-5,-1-1 11,1 1 51,0-1 11,-1 1-68,1 0 35,0 0-35,0 0 1,3-1-1,-2 1-3385,2-1 3380,-2 1 16,-1-1-10,0 1 0,-1-1 5,4 1-6,-2-1 1,1 1-6,-3-1 0,-1 0 3398,2 1-3393,0-1 6,4 0-11,-3 0 0,1 0 0,-3 1 6,0-1 0,-1 1-6,1 0 11,-2-1-11,1 1 45,3-1 67,1 0-107,1 0 1,0-1 5,-3 2 28,4-1-33,-2 1-1,2-1 1,-2 1 5,2 0 0,-2-1-5,2 1 95,-2-1-96,-2 1 51,0 0-50,-1 0 79,0-1-7,-2 1-72,1 0 55,0-1-27,0 1 16,1-1-50,1 0 73,3 0-67,0 0 5,1-1-6,0 1 1,1-1-6,0 1 6,4-1-1,-5 0 1,2 1-6,-6 0 0,0 0 5,-1 0-5,0 1 6,5-1-6,0 0 0,4-1 11,2 0-5,-4 0-6,2 0 5,-7 1 1,-3 1 0,-1-1 10,-1 1-206,0 0 44,-5 0-39,-1 1 118,-6-1-6,0 1 67,-3 1-106,-8 0-44,-11 1 16,5 0 50,-5 1 0,15-2 34,-5 0 56,6 0-39,-1 0 28,8-1 11,3 0 0,0 0-17,2-1-67,-1 0 28,1 0 11,-5 1 1,2-1 38,-3 0-39,1 0-67,-13 1 79,9 0 33,-10 1 0,11-1 0,0 0 0,-1 0 5,-1 1 118,1 0 17,-4 0-140,5-1 90,0 1 11,7-2-68,1 1-27,2-1-6,2 0-50,0 0 10,1 0 40,-2 0 12,-3 0-12,-1 1-6,-1 0 12,-2-1-6,2 0 44,-2 0 24,3 0-1,-1 0-62,2 0 51,-1 0-56,2 0 0,1 0-5,-5 1 5,3-1-6,-9 1 6,5 0 0,-5 1 0,2-1-3353,0 1 3359,-1-1 0,0 0 5,0 0-6,0 0-5,1 0 6,-4-1-40,5 1 3426,-1-1-3392,4 0 0,2 0-44,0 0 32,1 0 12,0 0-39,3 0 39,0 0-95,1 0 95,3 0-6,2 0 1,4 0 122,10 0 63,-2 0-52,12 0-55,-3-1 17,3-1 33,2 0-56,-1 0 68,9-1-124,-11 0-5,6 0 39,-13 1-6,3-1-5,-5 1 5,7-1-28,-11 2 34,2-1-12,-6 1-16,8-1 39,-6 1-50,5-1-6,-2 1 0,-3-1 0,5 1 0,-5-1 0,1 1 0,4-1 0,-4 0 0,6 1 0,-9 0 0,5 1 0,-5-1 5,9 0 1,-3 0 0,5-1-6,-4 1 5,-2 0-5,-4 0-5,0 0 5,2 0 5,-1 0-5,2-1 6,0 1-1,4-1-5,-6 0 6,2 1 5,-7 0-11,-1 0 6,-1 0-6,0 1 39,0-1-33,-2 1-6,2-1 0,-2 0 5,0 0-10,0 1 5,0 0 0,0-1 0,0 1-6,-2 0 6,1-1 0,-1 1-95,0 0-84,-5 0-477,-11 0 499,-3 0 67,-9 0 85,2 0-96,-13 1 101,9 0 0,-10 2 28,13 0-28,-8 0-45,9-1 45,-3 1-73,12-3-156,-2 1 139,6-1-5,-3 0 28,5 0 28,-7 0 39,4 0 0,-6 0 5,5 0 275,-7 0-235,6 0-11,-4 1-29,1-1 12,-7 1-6,6 0-11,-3-1 0,14 1-11,-2 0 5,4 0 6,-3 0-11,2 0 11,1 0-5,-2 0 5,0 0-140,-8 2 89,3-1 51,-5 1 0,3-1-3448,1 1 3448,-2-1 6,-6 1 39,5-2-2224,-4 1 2263,10-1 5,2-1-83,2 0 2318,2 0-2273,2 0-46,2 0-49,0 0 44,5 0 5,1 0 3387,6 0-3341,3-1-40,3 0 258,25-1-208,-13 0 6,19-1-33,-19 2-28,11-2 27,-8 2 1,6-2-34,-13 2-6,9-1 6,-9 1 6,7-1-1,-10 2-5,-2-2 6,0 1 0,-1 0 38,5 0-38,-8 0-6,5 0 0,-10 1 62,4-1 38,-5 1-44,1-1-56,-4 1 40,0-1 11,-1 0-46,1 0 46,-1 1 5,4-2 11,0 2-62,3-2-3341,-2 1 3342,0 0 22,5-1-28,-3 1-6,10-1 6,-10 1 0,3 0 0,-7 1 3398,2 0-3398,-4-1 0,2 1-6,-2 0-5,2 0-118,1-1-118,10-1 85,-4 1 61,6 0 62,-8 0-3409,-1 0 3398,-2 1 50,1-1-6,-5 1 79,1-1-28,-6 1 33,-1-1-78,-1 0 3358,0 1-3430,0-1 4,-2 0-184,-3 0-67,-3 0 241,-4 0 72,-4 0-39,-1-1 45,0 1 6,-1 0-3398,1 1 3392,1 0-6,2 0 6,1 0 0,2-1-50,0 1-292,-20 0 292,12 0 11,-16 0 39,17 0 3392,-1 0-3387,-7 0 7,7 0-12,-6 1 16,9 0-16,-5 0 0,5 0-50,-6 1 44,7-1-72,-7 1 22,5-1 45,-4 2-28,7-2 27,-3 2 7,4-2 5,-2 1 0,6 0 33,0-1-27,2 0 39,0 0-45,-1 0 0,1-1-34,-1 0 29,-7 1 10,2-1 62,-13 0-33,10 0 123,-19 0-152,16 0 7,-9 0 27,13 0-6,-5 0-111,5 0 117,-11 0 12,11 0 16,-4 0-28,6 0 11,-5 0-44,8 0-6,-4 0 0,10 0 0,-1 0 0,2 0 0,0 0 0,-3 1 0,0-1-6,-6 1 6,4 0 0,-2 0 0,2 0-3420,-2 0 3420,2 0 6,-1-1 5,4 0-11,1 0 51,-2 0-68,1 0-78,-2 0 3487,2 0-3404,0-1-21,2 0 33,0-1 0,3 2-73,0-1 73,6 0 0,0 0 0,6 0 0,-1 0 6,1-1 38,7 1-38,-4 0-3353,7 0 3347,-6 0 78,7 1-27,-6 0-51,10 0 33,-13-1-33,1 1 0,-8 0 3398,-1 0-3393,-2 0-5,-1 0 0,0 0 6,2 0-6,-1 0 0,6 0 0,-3 0 17,21-1-12,-15 1-5,13 0 0,-15-1 0,-3 1 0,4-1 12,-4 1-12,2 0 0,6 0 0,-3 0 0,10 0 0,-9 0 0,6 0 28,-5 0-23,2 0-5,0 0 0,3 0 11,1 0-5,9-1 5,-7 0-3397,5-1 3459,-9 1 89,6-2-162,-5 2 34,6-2-29,-9 1 158,7 0-124,-8 1 50,10-2-38,-14 2 3565,9-1-3549,-10 1 56,8-1-117,-10 1-1,3 0 12,-3 0 34,8 0-51,-7 0 0,8 0 0,-5 0 0,-2 1 5,3-1-5,-4 1 0,-1 0 0,1-1-3392,0 1 3398,-1-1-6,1 0 0,0 1 0,0-1 0,5 1 0,-5-1 5,1 0 3393,-6 1-3398,-1 0 0,-2-1 0,-1 1-190,0 0 134,-4 0-17,1 0-17,-3 0 1,-2 0 5,-3 0-191,-4 0 169,-1 0 44,-1 0 51,3 0 11,0 1-11,0-1-3415,-4 1 3421,4 0-63,-2 1 68,7-1-84,-4 0 34,5 0-12,-3-1 51,4 1 3347,0-1-3375,-2 1 0,-1-1 28,0 1 11,-1-1-96,-14 2 91,11-2 5,-8 2 0,15-2-6,2 1-39,2-1 79,1 0-34,0 0-73,-2 0 17,-4 0 39,-16 0 12,7 0 5,-13 1 56,12-1-56,0 1-3403,0-1 3279,1 1-184,-26 0 314,24-1 0,-18 1-1,30-1 46,-2 0-63,-2 0 3410,-6 0-3398,4 0 6,-1 0-6,3 0 0,0 0 50,-3 0 202,-3 0-202,5 0-16,0 0-28,7 0 5,1 0-11,1 0 0,-1 0-28,1 0 28,-1 0 33,0 0 1,-1 0-34,-1 0 6,2 0-6,-2 0 0,0 0 0,0 0 0,0 0 0,0 0-12,-9 0 12,6 0-5,-6 0 5,7 0 5,0 0-5,2 1 6,-1-1-6,3 0 0,0 1 0,-1-1-39,2 0 33,-2 0 1,-2 1 5,2-1 5,-2 1-5,3-1 0,-2 0 11,1 0-5,-1 0-6,0 1 0,1-1 0,-3 0-34,2 0 68,-9 0-34,5 0 0,-6 0 0,7 0-6,-2 0 96,-10-1-51,11 1-28,-8 0 23,15-1-28,-1 1-6,2 0-6,-2 0-61,0-1-62,0 1 39,-1 0-22,0 0 34,-3-1 78,3 1-6,-2 0 1,3 0 5,1 0-6,1 0-363,0 0 301,1-2-10,0 2 22,0-2-34,0 1 12,0 1 78,2-1 0,1 0 0,3-1 50,3 1 79,1-1 45,4 1-23,2-1-84,1 1 28,0 0-39,9 0-22,-7 0-3370,5 0 3403,-9 0-28,3-1-33,-7 1 67,1 0-6,-8 0 45,-2 1-73,-1 0 3364,-1 0-3369,1 0 16,1 0-22,3 0-22,3 0 5,0 0-5,3-1-3359,0 1 3353,-2-1 0,1 1 6,-2 0-1,-2 0-5,1 0 0,0 0 11,-1 0 29,2 0 3352,2 0-3387,-3 0 1,1 0 27,-4 0-33,-1 0-5,-3 0-102,0 0 113,-3 0-23,-2 0 23,-5 0-6,-2 0 0,2 0 0,0-1-6,4 0 1,0 0-91,3 1-60,1-1-136,2 1 292,3 0 56,1 0 12,2 0 72,7 0-79,-3 0-10,7 0-51,-3 0 39,7 0-39,-5 0 5,4 0-5,-8 0 6,1 0 5,-1 0 62,4 0 17,-5 0-29,4 0 12,-6 0-11,5-1-57,-5 0 1,7 0-6,-7 0 5,4 0-5,-4 1 6,0-1 0,0 1-6,0-1-6,1 0 6,-1 0 0,0 0-6,-1 1-50,-1-1-5,-2 1 16,0 0-11,-2 0 22,-2 0-156,0 0-12,-4-1-50,-2 1-72,-5-1-130,-2 0 275,-1 0 100,-3 0 12,0 0 28,-2 0 33,0 1 34,-6 0-128,3 0 94,3 0-5,6 0-163,9 0-39,0 0 45,0 0 5,-2-1 18,-4 1 201,3-1-51,-2 1 68,5 0-6,1 0-167,1 0 189,1-1 29,3 1-17,0 0-29,4 0 29,-1 0-11,0 0 27,2 0-43,0 0 27,5 0 27,0 0-88,0 0 16,0 0-51,-6 0 1,1 0 27,-4 0-21,2 0-12,-3 0 50,0 0-50,-3 0-123,0 1 84,-2-1-57,-3 0-240,-4 1-51,-15 0 382,3-1-3494,-10 2 3337,8 0 162,2 0 0,1 0 62,6 0 27,2-1 141,6 0-23,3-1-28,2 0 3623,1 0-3730,3 0-10,0 0 5,3 0 40,0 0 10,1 0-27,2 0-1,-1-1-3397,2 0 3387,-1 1-74,1-1 7,0 0-12,-1 0 11,-2 1 45,0 0-6,-1-1 3404,1 1-3404,-1 0 1,1 0-12,1 0-6,4-1-33,-3 1 6,3-1-6,-5 1 0,0 0 6,4-1-6,-3 1 56,4-1-17,-5 1 39,2-1-39,-2 1-33,3 0 28,-4-1-34,2 1 5,-2 0 6,4 0-5,-1 0 0,2-1-1,-5 1 6,5-1 85,-3 1-7,4-1-55,-3 0 50,2 1 0,12-2-45,-7 0-3369,9 0 3330,-12 1 5,-1 0 46,3-1-51,-4 1 16,9-1-2278,-8 1 2435,6-1-117,-2 0-22,-2 0-34,7 0 0,-8 0 17,16 0 22,-15 1 2235,10-1-2274,-14 1 3397,-1 1-3397,0-1 0,-3 0-5,1 1 5,-4 0 5,0 0-10,1 0 10,-2 0 1,0 0-174,-2 0-655,-15 0 739,5 0 78,-13 0-335,1 0 206,5 0 102,-4 0-7,5 1-94,1 0 39,0 1 61,1-1 34,1 0-33,-9 1 33,10-2-12,-7 2-167,6-2 6,2 1 21,-5-1-10,-3 2 156,2-1-27,-3 1 33,6-1 0,2 1 50,-3-1-44,2 0-6,1 0 0,2-1-3420,2 0 3369,0 0 12,-4 0 129,-4 0-40,3 0-39,0 0 12,6 0-23,3 0 3330,-2 0-3363,3 0 27,0 0-28,-3 0 34,1 0 68,-5 0-68,6 0-6,-4 0 0,5 1-61,-1-1 67,0 1-11,1-1 11,-1 1 95,0-1 12,2 1-96,0-1 190,2 0-145,4 0 17,0 0-28,5 0 17,0 0 5,2 0 78,8 0-111,-4-1-34,6 0 6,-7 0 78,8 0-23,-5 0 79,13 0-140,-13 0 6,5 0 39,-4-1-45,-5 1 0,1 0 5,-7 1-5,2-1 0,-4 1 39,5-1-3425,-4 0 3386,2 1 6,-3-1-1,0 1-5,1-1-5,-1 0 5,0 1 11,2-1-11,-1 0 3392,1 1-3392,-2-1 5,3 1 1,-2-1-6,3 0 0,-2 0 0,0 0-6,-1 1 6,2-1 0,-1 1 0,1 0-5,-3 0 5,2-1 17,6 0-6,-4 1-6,2-2-5,-8 2-5,1 0 5,-2-1 0,1 1 0,-2 0 5,0 0 1,0-1-51,0 1 45,1 0-5,2-1-46,1 0 51,4 0 0,-2-1-73,4 0 6,-3 1-78,2-1 89,-3 1 56,0-1-6,-3 2 6,-3-1 45,0 1-191,-4 0-3341,-1 0 3403,-5 0 78,-1 0 1,-1 0-6,-2 0-40,-7 1-2256,4-1 2256,-5 1 2191,-1 0-2146,7 1-375,-18 1 325,21-2-28,-10 1-79,14-1 124,1 0-17,-3 1 3392,2-1-3442,-1 0 50,0 1 50,-2-1-11,-2 2 6,1-2-22,-1 1-23,5-1 50,1 0-50,-2 0 22,4-1 34,-1 1-5,4-1-40,0 1-45,1-1-117,-1 0 140,0 0 67,-2 0 56,0 0 0,0 0-56,0 0 6,1 0 122,-2 0-128,3 0 6,0 0 140,2 0-102,2 0-38,2 0 67,6 0 5,3 0 12,1 0 33,3 0-3386,-2-1 3369,2 0 62,37-4-162,-28 3 73,36-4-23,-46 5 50,12-1-55,-17 1 3357,3 0-3408,-6 1 23,6-1-23,-6 0 5,5 0-5,-7 0 0,0 0 6,-1 1 0,1-1-1,0 1-5,-2-1 0,-1 1 6,-1-1-1,0 1 12,-1 0-11,1 0-1,1 0 1,0-1-6,1 0 6,1 0-6,0 0 5,0 0-22,9-1 12,-8 1-79,7-1 45,-10 2 33,0-1-44,-1 1-1,2-1 6,-1 0-11,-1 1 11,0-1-145,-2 1-202,-4-1 369,-2 1 12,-8 0 5,3 0 6,-3 0 56,0 0-56,4 0-5,-2 0-1,4 0-83,2 0-40,1 0-50,0 0-152,-1 0 253,-2 1-3353,-2 0 3425,0 1 6,1 0 336,-7 1-157,5-2-179,-1 0-157,5 0 113,4-1 3312,0 0-3430,1 0 72,-1 1 18,1 0 55,-3 1 17,1 0 5,-1 1 46,2-2-12,0 0 11,1 0-16,0-1-107,-4 1 68,1 0-12,-10 1 17,5-1 50,-4 1 62,4 0 17,2-1-56,0 0 22,3 0-241,-5 0 90,3 0-16,-4 1 27,4-1 6,-4 2 44,2-1-5,-2 2 6,5-2 5,0-1 28,1 1-39,1-1-5,0 1-186,-1 0 102,4-1 89,-2 0 5,3 0 51,0-1-50,0 2-1,1-1 51,1 1-50,1-1 0,1 0 61,-1 0 112,3 0-123,0 1 0,3-1-17,0 0 12,1-1-46,1 1 51,14-1-56,-10 0 0,11 0 6,-13-1-1,5 0-5,-4-1 6,7 0-6,-8 1 6,1-1 33,-5 0-34,4 0 7,-4 0-7,5 0-5,-6 1-3386,2 0 3386,-1 0 5,0 0-10,-1 0 10,0 1-10,-1 0 5,-1 0-56,0 0-51,-3 0 3387,1 0-3453,-2 0-174,-1 0 313,0 0 180,-5 0-34,0 1 16,-4 0-16,-8 2-5,2-1-57,-6 1-16,4-1-34,-10 0-34,6 1-117,-9 0-6,8 0 185,-9 1 123,10-1-151,-2 1-3593,14-2 3593,5-1-17,1 0-179,1-1 302,4 0 1,1 0-1,9-1-100,-1 0 3386,7 0-3359,-2-2 18,1 2-46,0-2 46,2 1-46,-1 0 7,1-1 44,-1 1 509,22-1-257,-24 1 34,14 0-45,-29 2 4721,-2 0-4200,-4 0-555,0 0-44,-2 0 112,1 0-62,1-1-152,1 1-38,2-1-3138,1 0 3020,1 0 5,1 1 34,2-1 0,7-1 12,0 0-7,5-3-100,15-2-84,-11 3-12,13-4 85,-15 5 16,-1-1-33,11-2 112,-13 3 11,7-1-39,-12 2 33,-4 1 1,3 0-29,-7 1 28,3 0-5,-4 0 11,1 0 0,-1 0-5,1 0-1,1-1 0,1 1-38,7-1-46,-2 0 56,5-1 34,-2 0 0,1 0-5,-1 1 5,-1-1-39,-2 1 39,0 0 0,-3 0-12,-1 0 12,0 0 0,-1 0-6,2 1 12,3-2-6,-1 1-28,9-2 33,-8 2 1,4-2 0,-8 2-1,1 0-5,0 0 0,3 0 0,-4 0 0,3-1-11,-3 2 5,1-2-38,0 2 44,-1-1-6,-1 0 0,0 0-33,-2 1-45,2-1 79,-1 1-46,1-1 46,1 0-3399,2 0 3332,-1 0 38,2 0 28,-3 0-5,-1 0-34,1 0-78,-1 1 28,2-1-28,0 0 11,0 1 3381,1-2-3533,2 1 169,-3 0-6,1-1 62,-5 2-392,0 0 397,-12 1 34,1 0 0,-8 2-84,-3 1 45,3 0-84,-6 1-11,5-1 44,0-1 90,-1 0 0,1 0 129,-10 2-84,12-3-3432,-5 1 3471,15-2-84,0 0 6,3-1-12,-3 0 6,3 0 0,-2 0-5,0 1-1,-1-1-22,0 1 3426,-11 1-3398,8-1 0,-7 2 0,10-2 5,-2 0 1,4 0-1,-3 1-5,5-2-11,-1 1 6,0 0-12,-1-1-34,-4 1 57,-3 1 0,-1-1-6,-1 1 11,5-1-6,2 0 35,0-1-35,2 1 1,-1-1-6,2 1 0,-2-1-6,1 0-33,-4 1 39,1-1-6,-2 2 6,1-1 0,-3 1 0,2-1 0,-3 1 0,3 0-33,-7 1-1,6-1-11,-5 1 45,9-1-72,1-1-124,-3 1 196,4-1-12,-1 1-21,2-2-46,1 2-21,-1-2-85,1 1 34,-1 0-158,-2 1 147,2-1 72,-3 1 34,2 0 45,-2 0 11,2-1-6,-1 1 6,3-2-39,1 1-924,1-1 884,-1 2 35,0-1 44,0 0 5,-1 0-38,2-1-124,0 1-78,-1 1 162,0-1 17,0 1 11,1 0 34,-2-1 16,2-1-5,0 1-5,2 0-1,0 0 6,1-1 6,0 1 55,0-1 12,1 0-6,-1 0-22,1 0-39,-2 0 5,-1 0-5,0 0-6,0 0 0,2 0 0,-1 0-224,1 1 151,-2-1-34,2 1 57,-2-1 16,2 0 34,-1 0 118,4 0-112,-3 0-6,3 0-68,-2 0 63,-1 0-1,0 0 6,0 0 0,0 0 0,1 0 11,0 0-11,1 0 12,-2 0-7,2-1 34,-1 0-39,0 1 0,0-1 6,2 0 0,-1 0 61,2 0 6,3-1-68,-2 1-5,4-1 0,-3 1 0,0 0 297,18-3-291,-12 2-3337,23-3 3376,-24 3 5,10-1-44,-13 1 67,3 0-17,-6 0-2257,0 1 2201,-1 0 2313,4-1-2313,-3 1-2269,3 0 2275,-5 0 0,3 0 5,-3 0-6,1 1 51,-2-1 2286,0 1-2303,-1-1 11,3 0-39,-1 0-11,1-1 12,-2 1 3380,0 0-3376,0 0-10,-1 1 0,0-1 78,0 0 11,3 0-90,2 0 1,0 0-6,-1 0 0,-1-1 0,-1 1 11,3 0-11,-1 0 6,1-1 279,-3 2-117,2-1-134,-1 0 50,15-2-84,-9 1 6,9 0 16,-8-1-22,-4 2 39,2-1-39,-6 1 0,-1 1 6,-1-1-6,1 0 50,-1 0-44,1 1 27,-2-1 35,0 0-57,0 1-11,-1-1 11,0 1-5,0 0-6,0-1 0,2 0 0,0 1 0,2-2 0,0 1 0,3 0 0,-3-1 0,1 1 5,-4 1 40,-1-1 11,-2 1-140,1 0 73,1 0 5,-1 0-5,1-1-28,-1 1-252,-1 0 335,-3 0-44,0 0-5,-3-1 5,0 1-258,-5-1-11,3 1 124,-5-1 33,2 1-247,-5 0 645,-12 2-96,8-1 6,-8 2-196,19-3-39,-2 0-62,4 0 90,1 0-84,0 0 39,0 1 22,0-1 68,-3 1 5,1 0 0,-6 1 6,2 1-39,0-1-6,2 0 5,4-1-5,1 0 0,-1-1-5,-1 1 5,0 0 0,-2 0 0,1 0 0,-1 1 0,-4 0 5,3 1 1,-2-1 0,4 0-6,0-1 5,-2 0 6,-2 1 129,-2-1-128,3 0-12,2 0 33,4 0-33,1-1 6,1 1-6,1-1 5,-1 0 7,-1 1-12,0-1 5,-2 0 118,1 1-50,-4 0-17,2-1 39,-1 1 17,2-1-50,1 1-28,-2-1-79,1 1-95,-10 2 140,9-2 0,-7 2 112,6-2-39,2 0-29,-1 0 1,4-1-39,0 1-6,0-1-6,-1 0 1,2 1 5,-3-1 0,3 1-6,-4 0 6,2 0-6,-1 0 1,0 0-102,-2 0-5,2 0 45,-3 1-11,2-1-3387,-1 1 3415,-2 0 10,2 0 1,-2 0 6,2-1 33,-1 1 5,1-1 40,1 1-45,0-1 3409,1 0-3409,0 0 5,1 0-5,0-1-5,-1 1-1,1 0-5,-1 0-23,1 0 34,-2 0 0,1 1 0,-2 0 0,2-1-89,-7 1 22,6-1-73,-10 2 78,12-1-22,-4 0-28,6-1-56,0 0-224,-1 1 297,0 0-56,0 0 27,1-1-4,0 1 122,2-1 0,0 0 6,0 0 51,2 0-51,1-1 5,5 1 18,8 0 10,-2-1 29,6 0 28,-5 0-3393,-1 0 3359,1-1-17,-1 0-33,-1-1-6,0 0 11,0 1-5,-4-1 33,1 1 3364,-6 0-3330,-1 1-34,1-1-39,-1 0 0,1 0 0,-1 0 0,0 0-5,0 1 5,0-1 0,0 0 0,1 0 0,-1 0 0,1 0-6,1 0-5,3-1 11,-2 0 0,4 0-101,-5 1-196,-1 0 135,-1 0-62,0 1 61,-2 0 79,1 0 544,-2 0-617,-7 0-3235,1 0 3397,-8 0-2183,2 0 2194,-1 0 136,-1 0 228,-6 0-324,5 0-50,-3 0 2262,7 0-2329,1 0 3262,-1 0-3201,4 0 0,1 0-72,5-1-7,1 0 79,1 0 6,2 0-1,1 0 18,7-1 27,3-1-39,2 1-5,1-1-3364,-4 0 3363,-1 1 6,1 0-11,-1 0 90,5 0 33,1 1-117,-2 0 67,0 0 3380,-7 1-3397,4-1 0,8-1-56,-4 1 0,1-2 0,-9 2 6,-1 0-12,-1 0 6,-1 0 0,-1 0 6,-2 0-1,-1 1 236,0-1-202,-2 1-117,1-1-90,-4 0-364,-3 0 297,-12 1 229,1 0 1,-7-1-63,5 1 68,-1 0 90,0 0-90,-8 1 0,6-1 90,-6 1-18,9 0-72,2 0-33,2-1 33,3 0 823,-1 0-739,6 0-95,0-1-118,7 0-5,0 0-359,0 0 566,0 0-68,0 1 1,0-1 39,0-1 39,-1 2-79,0-1 102,-1 0 245,2 1-189,5-1 38,7 0-77,2-1 21,10 0-111,-10 1-29,5 0 1,-8 1 44,4-1-5,-4 1-34,4 0-5,-6 0 5,0 0-5,6 0-1,-4 0-5,5 0 0,-3 0 12,10 0-12,-8 0 0,7 0-140,-5 0 106,-6 0-39,4 1-44,-7-1 111,-3 0-5,-1 0 11,-3 0 140,-1 0-779,-11-1 583,2 0-134,-16 0 128,8 0 57,-14-1-902,4 1 217,0 0-167,-4-1 706,15 1 84,-3-1-45,10 1-431,-2 0 324,4 0-94,-1 0 89,3 0 117,1 1 102,-4-1 100,2 1 487,-4 0-341,3 0-151,1 0-79,1 0-5,2 0-6,0 0-40,0 0-178,0 0 257,0 0 118,1 0 448,0 0 2352,1 0-2778,4 0 1,0 0-35,2-1 23,0 1 107,5-1-186,-1 1 6,3-1-61,-3 0 33,-1 1-11,0 0 17,2 0-67,-3 0 94,2 0-94,-4 0 67,0 0 23,4 0 32,0-1-111,3 1 22,-1-1-39,-3 1 6,0-1-12,-4 1 12,0 0-12,0 0 12,0 0-6,0 0 0,0 0 140,3 0-106,-1-1-34,2 1 0,-3-1 5,5 0-10,-2 0 10,3-1-3397,-1 1 3392,-1-1 6,1 1-6,-1 0 11,0 0 34,5-1-45,-4 0 0,5 1 3392,-4-1-3387,7-1-3391,-3 1 3386,3-1 0,-5 2 0,-1-1-2274,-2 0 2274,-1 1 0,-2 0 0,1 0 2268,-4 0-2268,1 1-5,-5 0-208,1 0 3426,-3 0-3398,-3 0 16,-5 0 97,-2 0-3320,-2 0 3392,-1 0-6,1 0-28,-1 0 34,2 0-128,0 0-57,-4 0 78,6 0-44,-3 1 6,6 0 3469,1 0-3368,-2 0-29,2 0 22,-3 0-111,-4 1 117,1-1 45,-4 1 6,4-1-3337,0 0 3404,2-1 17,-1 1-34,5-1-56,0 0-28,4 0-11,1 0 5,0 0 34,1 0-185,-2 0 3202,-2 0-3090,0 1 68,-3 0 5,3 1 56,0-1 106,2 0-106,2-1-6,0 1-22,0-1-28,-1 0-5,0 0-180,-6 0 185,2 1 6,-3 0-6,6 0 5,1-1-5,1 1-157,0-1 68,0 0 50,0 0 39,-2 0 162,0 1-84,1-1 40,-1 1 0,3-1 352,0 0-414,2 0 56,3 0-22,1 0-29,3 0-22,-1 0-33,2-1-3364,2 0 3369,0 0 95,8 0-33,-4 0 28,5-1-51,-6 1-5,4-1-11,-4 0 3414,2 0-3381,-7 1 45,4 0-106,-6 0 50,4 0-50,-6 1 33,0-1-34,1 1 1,0-1-6,2 1 6,0-1-1,9 0 34,-9 0-39,6-1 6,-10 2 0,1-1-6,-2 1 11,0 0 11,3-1-16,-2 1 11,8-2-17,-5 2 11,4-1-6,-5 1-5,0 0 6,0-1 5,6 0 0,-5 0-11,10-2-3392,-10 2 3392,4-2 0,-5 2-5,-2 0-40,2 1 39,-3-1 6,2 0 0,1 0-5,-3 0 3402,5-1-3402,-4 1 5,1 0 0,0 0 0,1 0 0,1 0-11,5-1 5,-1 1-78,3-1 39,-4 0 12,0 1 33,-1-1-85,1 0 79,-4 1-5,-1-1 0,-5 2-269,-1 0 129,-5 0-3616,0 0 3621,-7 0 107,-1 0-23,-1 0-352,-19 1 403,11 0-34,-13 1 179,5 0-55,14 0 3346,-8 1-3425,18-2-5,1 0-46,1-1-150,-3 3 145,1-2 44,-4 2 7,-2 0-1,2 0 6,-3 0 0,4-1 11,-1-1 68,2 0-12,-1 0-67,2 0-6,-1-1-33,0 1 34,-1-1-29,1 1 34,-1 1-6,1-1 6,0 1 6,2-1-6,0 0 0,2 0-6,3-1-72,-2 0-17,1 1-297,-5-1 353,1 0 39,-5 1 0,2 0 5,0 1 107,-1-1-50,-1 2-51,3-2-5,1 0-6,5 0 5,1-1 197,1 0-73,4 0 11,0 0-68,5 0-38,0 0 22,1 0 0,2-1-56,1 0 11,2-1-3369,0 0 3414,2 1-56,-2-2 0,1 1 5,-2 1 7,4-2-7,-3 2 1,5-1-6,-9 1 3397,2 0-3397,-6 0 28,5 0-28,-3 0-3380,5-2 3380,-7 2 5,0 0-5,-2 0 11,1 0 57,-1 0-63,2 0 85,-1 0 3369,0 0-3397,0 0-3443,0 0 3386,1 0 51,1-1 23,-2 1 44,4-1-61,-5 0 10,2 0-60,-2 0 3380,-1 1-3398,2-1 0,0 1-50,0 0-28,1 0-33,2 0-258,7 0 67,-6 0 173,3 0 135,-9 1 381,-3 0-319,-8 0 10,-5 1-60,-5-1-12,-4 2 0,3 0 0,-2 0 0,-1 0 0,0 0 0,0 1 0,2-1 56,0 0-51,4-1-3307,-1 1 3307,7-1-5,-1-1-5,7 1-225,1-1 124,1 0 55,0 0 79,-4 1 62,1 0-17,-5 1 3380,-1-1-3458,-6 0-1,6 0 1,-3 0-40,10-1-11,0 1 50,-1-1-78,0 1 39,-4 0 40,2 0-6,-4 1 5,3-1 0,1 0 1,1-1-286,2 1 106,1-1 39,1 1 197,1-1 49,4 0-38,0 0 5,4 0-61,1-1-1,0 1 51,7-3-22,-4 0-28,5-1-6,-5 1 5,-1 0 6,0 0 62,0 0-3347,-1 1 3352,-1 1-27,0-1-7,-2 1-38,0 1 0,-1-1-6,1 1 5,0-1 1,2 0 3425,13-1-3431,-5 1 0,9-2 11,-7 1 40,-5 1 61,-1-1 84,-8 2 61,-4-1 315,0 1-617,0 0 45,0 0-50,2-1 5,1 1-23,0-1-100,9 0 95,-5 0-89,6-1-180,-3 1 202,-2 0 23,2 0 44,-4 0 34,3 1 39,0-1 5,1 0 1,2-1 0,-6 2-6,6-2-6,-3 1 0,-2 0 1,-3 0-1,-2 1 1,-2 0 5,2-1 5,0 1 1,1-1-6,1 1 0,0-1 5,1 0-5,0 0 0,0 0 0,-1 0 0,0 0 6,-1 0-6,1 0 78,-2 1-44,-2-1 22,1 1 218,-2 0-218,-3 0-50,-2 0 0,-5 0 100,-5 2-39,-1 0-16,-1 0 10,1 1-33,3-1-67,4 0-17,-1 0-11,4 0 61,0 0 34,-4 2-28,5-2-5,-5 0-1,5-1-5,-2 1-34,2-1-11,-1 0 50,0 1 6,-3 1 6,3-2-6,-2 2 0,3-2 0,-1 1-6,0 0 1,-2 0-102,2-1-33,-6 2 135,5-1 5,-5 1 0,4-1 0,2 0 0,-2-1-6,3 1-235,-3 1 45,2-2-100,-3 2 240,5-1 56,-1 0 67,3-1 246,0-1-268,1 1-174,1-1 141,3 0 49,0 0-5,4 0 140,3 0-101,-1 0-27,4 0-18,-2 0-5,0-1-40,2 0 35,5-1-40,-5-1-56,4 0 16,-7 1 29,-1 0 6,-1 1-29,-1 0-5,0 1 33,-1-1-44,-1 1 44,0-1-44,0 0-264,5-1-55,-1 0 245,3-1 1,-3 2-112,-1 0 162,-3 0-145,1 1 106,-4 0 22,0 0 51,-1-1-6,3 1 34,-2 0 11,2 0 0,-3 0 325,0 0-370,-5 0 34,0 0 11,-5 1-6,-2 0 6,0 1 11,-6 2-11,7-2 0,-4 1-61,5-1-230,-10 3 117,5-2 112,-9 4 135,13-4-17,0 0 17,6-2-135,2 0-16,1 0 492,1-1-178,2 0-52,2 0-3396,6 0 3284,-1-1-66,3 0 5,4-3-11,-4 1 0,4 0 0,-6 0 6,-2 2 3459,0-1-3393,-1 1 164,3-1-91,-4 1 51,3-1 79,0 0-180,-1 1-28,3-2 23,-2 1-40,4-1 0,-3 0 146,12-2-190,-13 3 44,7-2-50,-10 2 6,-1 1-3398,1-1 3392,-1 1 6,1 0-6,-3 0 0,0 0 56,5-1-51,-3 1 6,11-1 3381,-9 0-3319,7 1 11,-7 0-39,4 0-45,-4-1 45,3 1-39,-6 1 89,0-1-22,-2 1 162,0-1-106,-2 1-331,0-1-386,-6 1 504,1-1-67,-7 1-79,-9 0 230,8 0 0,-10 0 0,10 0 0,0 1-11,-6 0-297,-4 1 308,2 0-39,0 1-34,9-2 22,1 1 51,2 0 45,0 0-45,1 0-3392,0-1 3387,1 1-1,-2 0-123,2 0 0,-2-1-307,-5 2-1922,4-1 2358,-5 0 2615,3 1-2615,6-2-286,0 0 225,6-1 61,1 0 140,4 0 3256,2 0-3195,10-1 272,-3 0-350,7-3-34,4 0-49,-4 1-1,6-3-34,-7 2 23,15-3 6,-13 2 196,21-4-169,-29 5-5,7 0 28,-14 1-78,-1 2 55,-2-1-55,-1 2-6,0-1 6,-1 0-6,1 1 0,-1-1 0,1 0 5,-1 1 40,1-1-11,-2 1-158,0-1 124,-6 1-173,0 0 66,-19 1-38,8 0 33,-19 1 5,17 1 46,-5 0 5,6 0 45,2 0-3393,-5 1 3404,6-2 0,-2 2 0,8-3 0,2 0 0,0 0-44,1 0-102,1-1 3359,-1 1-3544,-2-1 281,0 0 33,-4 1 17,2 0 101,-4 0-11,3 0-34,-6 0-56,9 0-45,-4 0-73,7-1-72,-4 1 151,2-1 39,-3 1 11,3 0 22,0 0 135,-2 1-117,2-1-51,1 0-51,3-1-55,1 1-28,1-1 27,-2 0 68,0 0 39,-1 1 95,-1 0 73,2-1 67,0 1-235,2-1-123,-1 0 129,4 0-6,0-1 0,5 0 0,0 0 5,1-1 1,1 1 285,14-3-168,-8 2 6,28-6-129,-26 5 6,12-2-6,-22 3 11,1 1 45,-3 0 162,6-1-139,0 0-46,1 0-27,1 0-3387,-3 0 3387,0 0-1,1 0-5,-1 0-5,0 1 5,-2-1-17,3 1 17,-5 0 3392,2 1-3392,-4 0 11,0 0 28,-1-1-39,0 1 12,1-1-12,0 0 5,0 0-16,4-1-28,-2 1-6,3-2 51,-6 2 33,-1 1-6,-2-1-184,-6 1-134,0 0 33,-6 0 207,-1 0-174,-8 1 57,4 0 156,-6 0 1,8 0-62,-1 1-85,2-1-234,-5 0 190,5 0-112,-3-1-62,2 2 286,4-1 78,-3-1 6,6 1-6,0-1-190,-2 1 157,3 0 39,-3 1-11,3-1-28,0 1 33,0 0 219,-2 1-62,3-2 68,-2 1 50,3-1 202,0 0-337,0-1-95,1 1 51,-1-1-85,2 0 51,-8 2-50,4-1 0,-11 2-1,8-2 382,-12 2-186,13-1-16,-4 0-79,10-1-100,0-1 112,2 0-118,3 1 0,-1-1 11,3 0 22,1 0 12,1 0 6,1 0 27,1 0 101,3-1-50,1 0-84,2-1 28,1 0-29,1 0-3385,1 0 3346,-1-1 169,8 0-168,-8 1-2269,7-1 2268,-10 1 35,-1 0-35,0 0 85,-3 1 0,-1 0 39,-1-1 33,-1 2-55,-2-1 2251,1 0-2280,5-1-72,-3 0-6,10-2 0,-8 2 11,7-2 3381,-9 3-3392,1 0 0,-5 0 17,-1 0-17,-1 1 5,0-1 1,1 1 5,0-1-11,2 0 6,1-1 5,3 0-11,-1 0 0,2-1-6,3 1 1,-4 0-135,9-2 134,-9 1 0,2 0-5,-4 1 6,-3 0 5,2 1-12,0-1 7,-2 0-1,2 0 1,-2 1-1,0 0-5,1 0 5,0-1-39,7-1 6,-7 1-34,6-1 23,-7 1 16,0 1 74,-3 0 60,1 0-240,-2 1 135,-3 0-1,0 0 1,-3 0-1,0 1 6,0-1 0,0 1-90,-1 0-73,-3 1 40,0 0 28,0 0 45,1 1-34,-3 2 84,6-2 0,-5 1-6,8-2 0,-2 0-5,-5 1 6,2-1-3438,-4 1 3443,3-1 0,4 0 0,-2 0 0,2 0-5,-3 0-524,3-1 523,-1 1 3150,3-1-3178,-1-1 28,-3 1 6,2 0-5,-3 0 5,2-1 0,0 2-6,0-2 739,0 2-739,0-1-67,0 0-55,3 0-1,-1 0 17,4-1 50,0 0 62,-1 2-5,0-1-35,-2 1-16,2 0 51,-1 0 5,1-1-6,0 0-5,0 0 5,-1 0 1,-2 1-6,0-1-79,-1 1 56,-2 0 68,3-1 89,-1 0 12,4-1-79,0 0 28,-1 0-84,1 0-129,0 0-45,1-2-498,0 1 555,0-3 111,0 2-263,0-2 264,1 1-1,-1 0-50,2 0 56,-1 1-11,2 0-79,-1 0-27,1 1 27,0-1-179,5-1 224,0 1 135,4 0-84,-4 1 128,4 1-78,-5 0-6,3 0 1,-4 0-12,-1 0 51,1 0 94,1 0-88,-2 0 172,3 0-88,-4 0-52,0-1-72,0 0-5,1 1-51,-1-1 50,4 0-16,-2-1 5,3 1-39,-3 0 90,2 0-40,-1 0-50,1-1 45,-3 2 0,-1-1 5,1 0-44,-2 0 44,0 0 17,0 1-16,-1-1 38,1 1 40,3-1-95,-2 0-34,4 0 16,-2 0-10,2 0 16,0 0-22,-1-1 0,0 1-5,-2 0-1,0 0 6,-1 0 0,-1 0-5,0 1 5,-1-1 5,1 1-5,-1 0 0,1-1 0,-2 1 0,1-1 0,0 1-5,0 0-1,0 0 0,-1-1-5,0 1-515,0-1 475,-4 1-374,-3 1 369,-3 0 50,-2 0 6,2 1 56,0 0 39,-2 1-44,-1-1-62,2 1-62,2-1 22,2 0 46,2 0-62,-1 1 11,1-1 56,0 0 0,0-1 39,0 0-28,0 1-5,0-1 44,0 0-44,-1 0-1,1 0-5,-1 0 0,0-1-5,0 1-1,1-1 6,-2 1 0,3 0-364,-1 1 202,2-1 55,1 0 46,-1 0 55,1 0 12,-2 0 55,1 0 23,-2 0-11,3-1-17,0 0-73,0 0 6,0 0-23,0 1 34,-2-1-11,1 1-45,-2 0 45,-2 0 11,0 1 6,1-1-6,1 0-6,4-1-123,-1 1 381,0-1 62,7 0-208,-2 1 96,10-2-152,-8 1 12,6-1 95,-7 0 61,7-1-212,-3 1 27,4-2-22,-4 1 29,-1 0-40,-1 0-6,0 1-5,-3 0 5,-1 0 6,-2 1 23,-1 0-18,2-1-10,-1 1-51,0 0 61,0 0 1,-1 0-1,1-1 7,0 1-12,0 0-1064,0-1 963,-4 1-146,-5 1 29,-2 0-157,-2 1 38,3-1-3201,-1 1 3482,2-1 56,0 0 56,3 0 90,3 0-146,1-1-179,1 0 179,-2 0 3117,0 0-3436,-9 0 319,3 0 0,-4 0 0,6-1-56,1 0 0,-2-1-89,3 0-275,-1 0 571,4 0-6,0 0 1,2 0 112,3 1-225,1-1 342,8-1-201,-5 2-28,5-2 392,5 1-443,-6 1-22,6-1-34,-7 0-22,-2 1 17,-1 0-29,-1-1 34,-2 1-39,-1 0 12,0-1 77,0 1 1,0 0 5,1 0-39,-1 0 17,0 0 190,4-1-257,-3 1-6,4-1 0,-5 1-90,0-1 90,0 1-6,-2 1 6,-1 0 0,-1 0-5,-3 0-96,-1 0 101,-9 0 0,2 2 0,-4-1-50,5 1 100,-3-1-50,3 0 0,-4 0-6,4-1-139,-5 1-102,2-1-49,-4 1 228,5 0 68,-1 1-95,2-1-11,2 1 106,3 0 0,2 0-84,2-2-79,2 1 203,3-1-3281,4 1 3314,2-1-17,2 0 84,-2-1 123,9-1-190,-7 1-68,7-2 29,-9 2 3369,0 0-3089,2-1-236,-2 0 40,2 0-46,-4 1 18,5-2-90,-5 2-11,5-2 11,-6 2 0,2-1 11,-1 1 73,1-1-78,-2 1 61,0 0-34,-1-1 12,2 1-39,-2 0 27,2-1-33,-1 1 17,3 0-11,-3 0 27,1 0-27,-3 0 78,-1 1 50,0-1 118,0 1-123,1-2-67,4 0-62,-1 0 0,2 0 0,-1 0 0,-2 1 0,1-1 5,-4 1-5,-1 1 6,1-1 0,0 0-6,0 0 0,0 1 5,0-1 6,0 0-5,1 0 22,-2 0-22,1 0-12,0 0 6,0 0 0,0 0 0,-1 0-6,-1 1 6,1-1 6,1 1-6,4-3-6,-4 2-106,5-2 107,-6 1 55,1 0-44,-2 1 5,0 0-11,0 1 0,-1-1 6,1 1-6,-1-1 5,1 0-5,-1 1 0,2-1-5,-1 0-29,0 1 28,1-1 1,-1 0-102,2 0 102,-2 0-1,1 1-5,-1-2 11,0 2 0,2-2 6,-2 2-1,1-2 34,-1 1-39,1 1 0,0-2 0,0 1 0,1-1 0,-2 1 6,0 0 5,0 0 0,0-1-11,0 1 6,0-1-6,1 2 6,-1-1-1,1-1-5,-1 2 0,1-2 0,0 2-5,0-1 5,-1 0 0,0 1 0,0-1 0,0 0 0,0 1 5,1-1-5,-1 0 0,1 1 0,-2-1 0,1 0 11,1 0-16,0 1 5,0-2 0,0 2-6,1-1 1,-2 0 5,0 0 5,0 1 1,-1 0-6,1 0 0,0-1 0,0 1 0,0-1-6,0 1 6,-1-1-17,2 1 12,-2 0-1,2 0 6,-1-1 0,0 1 0,0-1 0,1 0 0,0 0 0,-1 0-5,1 0 5,-2 1-12,1 0-83,1-1 22,0 1-27,-1-1 4,1 1 29,-1-1 6,1 1 55,-1 0 6,0-1 0,-1 0-6,2 1 6,-1-1-5,0 0-68,0 0-89,-1 1 50,2-1-51,0 0 158,0 0-1,0 0 6,-1 0 0,0-1 0,0 1 0,0 0 0,-1 0-6,0-1-122,0 1 72,1-1-23,0 1 23,-1-1-45,1 1-50,-1-1 95,0 1-33,0-1-40,0 2 129,-1-1 45,0 1-1,-1 0 24,1 0 10,-2 0-39,2 0-28,-1 0-5,0 0 0,-1 0-6,1 1 11,-3 0-6,1 0 35,-2 1-1,-2 1-34,3-1-5,-3 1 23,2-1-23,2-1-6,-1 1 6,2-1 0,0 1 0,-1-1 0,2 0-11,-1 0 5,0 0 6,1 0 0,-1 1-5,0-1 5,-1 1-6,-1-1-33,-3 1 39,3 0 0,0 0 0,1-1-6,2 0-16,-2 1-56,1-1 10,-1 1-10,1-1-51,-1 1 185,-6 2-50,2-2-6,-2 1 0,4-1 5,0-1-5,3 0 0,-3 0 0,4 0 0,-1 0 0,0 0-5,-2 1 5,0-1 5,-3 2 7,2-1 88,0-1-94,2-1-6,2 0-6,0 0-5,-1 1-67,0-1 5,0 1 73,-1 0 0,1-1 0,-1 1 0,1-1-17,0 1-72,-1-1-18,0 0-22,-1 1-44,0-1 99,-1 1 63,3-1 5,-1 1-27,0-1 33,0 1 5,0 0 1,1 0-6,0-1-11,1 1-359,-1-1 40,1 1 145,-2-1 129,1 1 56,-1 1 6,1-1-46,-2 1-189,4-1-1020,-3 1 852,3 0 44,-2 0 353,1 0 0,1-1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13:10:13.823"/>
    </inkml:context>
    <inkml:brush xml:id="br0">
      <inkml:brushProperty name="width" value="0.06" units="cm"/>
      <inkml:brushProperty name="height" value="0.06" units="cm"/>
      <inkml:brushProperty name="color" value="#156082"/>
    </inkml:brush>
  </inkml:definitions>
  <inkml:trace contextRef="#ctx0" brushRef="#br0">246 68 4131,'7'0'762,"1"0"330,0 0-924,-1 0 317,2 0-423,0-1-3088,0 0 3065,0-1 365,-1 1-354,0-1 230,2 0 51,-1-1-247,-1 1-68,4-1-4,-7 1-12,4-1 16,-4 2 35,0-1 3386,1 1-3432,-2-1 79,2 1-5,1-1-74,-2 0 12,2 0-17,-4 2 6,1-1-6,-1 1 5,0-1-5,0 1 0,-1-1 56,2 1-45,-1 0 101,1-1-56,1 0-33,3-1-23,-2 1 0,1-1-6,-2 1 1,0 0-1,0 0 6,0 0 6,-1 0 89,1 0 12,-1 0 5,0-1-22,-1 1-57,-2 0-22,3-1-5,-2 1-6,2-1 0,-2 1 0,1 0 0,-1 1 0,1 0 6,-3-1 5,1 1-11,0-1 0,1 1 0,-1-1 5,1 0-5,-1 1 23,0 0-23,-4-1-6,1 1-5,-4 1-39,-1 0 38,-1 1 1,-2 0 6,3 0 5,0 0-12,2-1-66,1 0 5,-1 0-51,1 1 35,-2 0-12,-4 1-39,3-1 11,-5 1 79,1-1 44,2 0 6,-1 0 45,3-1-40,1 1-94,-2-1-242,2 1-89,-1-1-27,2 1-29,-2 0 436,2-1 40,-1 1 0,2 0 168,-1-1-84,1 0-78,-2 1 67,2-2 61,-4 1 12,3 0-79,-4 1-61,4-1 33,0 0 50,0 0-38,-2 1-40,2-1 45,-2 1 0,3-1-51,0 0 1,-1 0 240,0 0-89,1 0 190,-4 1-296,3-2-46,-2 1 40,0 1-34,1-2 124,-1 2 83,2-1-60,1-1-113,0 1 5,1-1-44,-1 1-18,-4 0-60,4 0-19,-3 1 86,4-1-35,0 0-72,-3 1 107,4-1 5,-3 1 0,3-2-6,-1 1 6,1 0 0,-1-1 6,1 1-6,0-1 5,-1 0 7,0 0-7,1 1-5,0-1 0,0 0-89,1 0-1,-1 1 0,1-1-94,-3 0 100,2 1 78,-1 0 0,1-1-5,-1 1 6,0 0-91,0 0-16,-1 0-33,0 0-34,-1 0-1,2 0 74,-2 0 33,1 0 73,0 0 0,0 1-16,-7 1-29,5 0 0,-7 0 95,10-2 6,-1 0-56,3-1 0,0 0-5,0 0-34,1 0-90,-2 0 90,0 1 39,0 0 0,0 0 16,-3 1-16,2-1 0,-2 0-78,4 0-280,-2 0 212,1 0 17,0 0-263,0 0 34,0 1 358,-1 0 0,2-1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13:10:14.2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 5734,'0'0'0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13:10:15.185"/>
    </inkml:context>
    <inkml:brush xml:id="br0">
      <inkml:brushProperty name="width" value="0.06" units="cm"/>
      <inkml:brushProperty name="height" value="0.06" units="cm"/>
      <inkml:brushProperty name="color" value="#156082"/>
    </inkml:brush>
  </inkml:definitions>
  <inkml:trace contextRef="#ctx0" brushRef="#br0">1 25 7503,'32'-14'308,"-7"4"-185,-25 10-394,0 0 1,0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5991-B8DB-5EFA-28F7-06825F97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0FDAE-FEBF-FF16-DDC2-E4DF9BFED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A17FB-A1A8-AF3F-8530-1E37B5AB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A5474-5B04-DBF5-052C-D08C2FCF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AB53-8B80-BC10-1BEF-891B7280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1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4ADB-F1C3-E9EB-4CE1-01E88488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14717-AE19-3D46-D4CD-45E1F387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6230-F8ED-5DA7-B4D8-19C8B97A3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62E39-D0D8-B7E7-BDC1-023E301B4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2CD77-E682-260B-5631-8FE7BD65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3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B0AD-D17B-5D66-EF39-83D531D8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7B05F-4F5C-891E-16C5-985519E19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58104-6827-D01D-72D8-506C2C96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119D-8995-5C85-DD4E-F70EBC3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54E74-5E54-B675-DDD2-FB9B1DF4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7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86FF-1AD4-83C9-52F5-E4BF2D4C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3DB9A-E915-4EE7-0880-EE269541F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E26C-B10F-0EB9-E816-DB1691457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04C32-7DDD-8B90-3D42-A1BD0FF3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7F7C8-983E-16C9-1D06-9365A51C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787F2-62AC-B268-166C-9FA51A05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6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40D3-304A-C778-12B6-01956F89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0BDFA-8319-B82A-C894-D58AE9D33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A351A-E69A-89D2-7090-A7F387E96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E8EDC-769E-D96B-246A-4E9ECEC32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BAE67-C49C-60BD-610D-4A2308EDC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580DF2-6016-3986-FB94-A7D4C93A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4DC61-FD27-5211-84EA-6DCB6405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F5D8A-F093-9108-0F17-2B81787B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5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9E58-FA12-87F0-6A98-2C6B9B00B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A3809-567D-89A3-EE96-AE5AB5A9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68959-78D7-AECC-4815-4324D8D7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F6365-4B23-3AF7-6450-5574B6BE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6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38B89F-ECF4-D8F1-B581-DD02CA2C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A8FB7-80E5-2DCC-D777-B2AC344A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F71E8-8377-4983-2D07-53DE2CEE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2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6E03-44A4-0A91-4F63-2ABF1822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619C-23A8-C4F9-CF9D-16E74A9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4E291-2EC6-8707-4600-9F9E7781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0D2DA-FC5F-0CF5-7118-B70FD391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2A29D-1FFB-607A-2AA3-DBCB141F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4B91F-4EE4-2DAA-A5E4-9C2D33A2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DF65-66B8-2ED2-E7C3-29767719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25A97-6148-F3AE-C3B9-301CCE0C1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29E1F-F35F-E83B-33A9-0EDB8F9BF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5FB5C-0C3F-DDE3-C673-9EBF299A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EEB35-4801-8F72-0B5B-B24BFA48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132E6-F018-B278-5C7A-9B3D7C4A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8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6225-F569-6CD5-381D-8B0FDE40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31276-44EF-C70E-19FE-62BD59EA8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1E4DF-3EAF-1AB6-50FC-830F3045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266-D37C-68A5-7DAA-191949C6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71CE-A1B7-BB77-6373-DAA416A8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9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64D4F1-1C35-0E2C-E2F8-557F0B952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11C5E-A3FA-0E17-7908-894172E51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FAFA1-5B06-2CBF-A9AB-68FB5FB3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F6929-D68C-6FD8-2796-F47757A4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D46A-7043-3CBF-0FE1-20E1E4DA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6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DFD2F-2B16-FD48-CA8F-F76CEF73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EA65D-DC6A-D3DD-F491-62A8DC345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C9774-CCAD-52B7-A328-45E119E9F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C7617-E34A-4842-8F6D-F1887ACB9C3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23D9-BAC1-B6A6-78D9-4EFEF9CF9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EBDE1-225C-ADD0-080D-E935116E4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8E1F7-919A-4C43-ABC5-7FA290AC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8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F861FC45-018A-CB2E-C42A-6AC5726081E0}"/>
              </a:ext>
            </a:extLst>
          </p:cNvPr>
          <p:cNvGrpSpPr/>
          <p:nvPr/>
        </p:nvGrpSpPr>
        <p:grpSpPr>
          <a:xfrm>
            <a:off x="3666923" y="-110066"/>
            <a:ext cx="6703888" cy="6858000"/>
            <a:chOff x="4335789" y="-262466"/>
            <a:chExt cx="6703888" cy="685800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0943CCA-9F11-FCB5-4FD7-855CF3244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5789" y="-262466"/>
              <a:ext cx="6703888" cy="6858000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C69D25-0A92-9691-1E4B-D7B09DEDCCBF}"/>
                </a:ext>
              </a:extLst>
            </p:cNvPr>
            <p:cNvGrpSpPr/>
            <p:nvPr/>
          </p:nvGrpSpPr>
          <p:grpSpPr>
            <a:xfrm>
              <a:off x="6082402" y="3941601"/>
              <a:ext cx="4305111" cy="2504639"/>
              <a:chOff x="6082402" y="3933135"/>
              <a:chExt cx="4305111" cy="2504639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7D2496B4-1E68-CD8F-CB32-67E2FD83414C}"/>
                  </a:ext>
                </a:extLst>
              </p:cNvPr>
              <p:cNvGrpSpPr/>
              <p:nvPr/>
            </p:nvGrpSpPr>
            <p:grpSpPr>
              <a:xfrm>
                <a:off x="6082402" y="3933135"/>
                <a:ext cx="4223802" cy="2504639"/>
                <a:chOff x="3769074" y="1997730"/>
                <a:chExt cx="4223802" cy="2504639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402F30A3-05A1-718D-AC01-B1B9FC800D51}"/>
                    </a:ext>
                  </a:extLst>
                </p:cNvPr>
                <p:cNvGrpSpPr/>
                <p:nvPr/>
              </p:nvGrpSpPr>
              <p:grpSpPr>
                <a:xfrm>
                  <a:off x="3769074" y="1997730"/>
                  <a:ext cx="4223802" cy="2504639"/>
                  <a:chOff x="2949924" y="1969155"/>
                  <a:chExt cx="4223802" cy="2504639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E6F89CA3-D487-E13C-CBA6-82D49339C777}"/>
                      </a:ext>
                    </a:extLst>
                  </p:cNvPr>
                  <p:cNvGrpSpPr/>
                  <p:nvPr/>
                </p:nvGrpSpPr>
                <p:grpSpPr>
                  <a:xfrm>
                    <a:off x="2949924" y="1969155"/>
                    <a:ext cx="4173521" cy="2504639"/>
                    <a:chOff x="2670561" y="1361631"/>
                    <a:chExt cx="4661731" cy="2737889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BD959BCC-80E4-C8AA-8E46-33A2AB346F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8200" y="3184435"/>
                      <a:ext cx="2267280" cy="293760"/>
                      <a:chOff x="4968200" y="3184435"/>
                      <a:chExt cx="2267280" cy="293760"/>
                    </a:xfrm>
                  </p:grpSpPr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3">
                        <p14:nvContentPartPr>
                          <p14:cNvPr id="26" name="Ink 25">
                            <a:extLst>
                              <a:ext uri="{FF2B5EF4-FFF2-40B4-BE49-F238E27FC236}">
                                <a16:creationId xmlns:a16="http://schemas.microsoft.com/office/drawing/2014/main" id="{FC19A768-D2E6-70B3-2B75-87BE4D136F1A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4968200" y="3184435"/>
                          <a:ext cx="2267280" cy="293760"/>
                        </p14:xfrm>
                      </p:contentPart>
                    </mc:Choice>
                    <mc:Fallback xmlns="">
                      <p:pic>
                        <p:nvPicPr>
                          <p:cNvPr id="26" name="Ink 25">
                            <a:extLst>
                              <a:ext uri="{FF2B5EF4-FFF2-40B4-BE49-F238E27FC236}">
                                <a16:creationId xmlns:a16="http://schemas.microsoft.com/office/drawing/2014/main" id="{FC19A768-D2E6-70B3-2B75-87BE4D136F1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956138" y="3172637"/>
                            <a:ext cx="2291002" cy="31696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5">
                        <p14:nvContentPartPr>
                          <p14:cNvPr id="27" name="Ink 26">
                            <a:extLst>
                              <a:ext uri="{FF2B5EF4-FFF2-40B4-BE49-F238E27FC236}">
                                <a16:creationId xmlns:a16="http://schemas.microsoft.com/office/drawing/2014/main" id="{BE31F8BB-F066-1604-A58F-ACCA94F6BA23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7005080" y="3202435"/>
                          <a:ext cx="221760" cy="54000"/>
                        </p14:xfrm>
                      </p:contentPart>
                    </mc:Choice>
                    <mc:Fallback xmlns="">
                      <p:pic>
                        <p:nvPicPr>
                          <p:cNvPr id="27" name="Ink 26">
                            <a:extLst>
                              <a:ext uri="{FF2B5EF4-FFF2-40B4-BE49-F238E27FC236}">
                                <a16:creationId xmlns:a16="http://schemas.microsoft.com/office/drawing/2014/main" id="{BE31F8BB-F066-1604-A58F-ACCA94F6BA2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6993006" y="3190610"/>
                            <a:ext cx="245506" cy="772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7">
                        <p14:nvContentPartPr>
                          <p14:cNvPr id="28" name="Ink 27">
                            <a:extLst>
                              <a:ext uri="{FF2B5EF4-FFF2-40B4-BE49-F238E27FC236}">
                                <a16:creationId xmlns:a16="http://schemas.microsoft.com/office/drawing/2014/main" id="{7EBA0BC2-8C77-5FD5-E889-5C74F6D78713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7062680" y="3251755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28" name="Ink 27">
                            <a:extLst>
                              <a:ext uri="{FF2B5EF4-FFF2-40B4-BE49-F238E27FC236}">
                                <a16:creationId xmlns:a16="http://schemas.microsoft.com/office/drawing/2014/main" id="{7EBA0BC2-8C77-5FD5-E889-5C74F6D7871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052240" y="3241315"/>
                            <a:ext cx="21600" cy="216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9">
                        <p14:nvContentPartPr>
                          <p14:cNvPr id="29" name="Ink 28">
                            <a:extLst>
                              <a:ext uri="{FF2B5EF4-FFF2-40B4-BE49-F238E27FC236}">
                                <a16:creationId xmlns:a16="http://schemas.microsoft.com/office/drawing/2014/main" id="{B3EA1265-D173-B0E1-F528-9DDFC2825461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7062680" y="3242395"/>
                          <a:ext cx="23400" cy="9720"/>
                        </p14:xfrm>
                      </p:contentPart>
                    </mc:Choice>
                    <mc:Fallback xmlns="">
                      <p:pic>
                        <p:nvPicPr>
                          <p:cNvPr id="29" name="Ink 28">
                            <a:extLst>
                              <a:ext uri="{FF2B5EF4-FFF2-40B4-BE49-F238E27FC236}">
                                <a16:creationId xmlns:a16="http://schemas.microsoft.com/office/drawing/2014/main" id="{B3EA1265-D173-B0E1-F528-9DDFC282546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050577" y="3230731"/>
                            <a:ext cx="47203" cy="3265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16D639E1-C5B0-09F7-ABDA-EA80190D6A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47979" y="1786072"/>
                      <a:ext cx="2684313" cy="2313448"/>
                      <a:chOff x="4263418" y="1529698"/>
                      <a:chExt cx="2684313" cy="2313448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0" name="TextBox 9">
                            <a:extLst>
                              <a:ext uri="{FF2B5EF4-FFF2-40B4-BE49-F238E27FC236}">
                                <a16:creationId xmlns:a16="http://schemas.microsoft.com/office/drawing/2014/main" id="{44A7379D-7F63-431D-D42B-CCEC1894437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378295" y="3562172"/>
                            <a:ext cx="782587" cy="28097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oMath>
                            </a14:m>
                            <a:r>
                              <a:rPr lang="en-US" sz="1000" dirty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 [cm</a:t>
                            </a:r>
                            <a:r>
                              <a:rPr lang="en-US" sz="1000" baseline="30000" dirty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-1</a:t>
                            </a:r>
                            <a:r>
                              <a:rPr lang="en-US" sz="1000" dirty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]</a:t>
                            </a: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0" name="TextBox 9">
                            <a:extLst>
                              <a:ext uri="{FF2B5EF4-FFF2-40B4-BE49-F238E27FC236}">
                                <a16:creationId xmlns:a16="http://schemas.microsoft.com/office/drawing/2014/main" id="{44A7379D-7F63-431D-D42B-CCEC1894437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378295" y="3562172"/>
                            <a:ext cx="782587" cy="280974"/>
                          </a:xfrm>
                          <a:prstGeom prst="rect">
                            <a:avLst/>
                          </a:prstGeom>
                          <a:blipFill>
                            <a:blip r:embed="rId11"/>
                            <a:stretch>
                              <a:fillRect b="-9524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A29E58BE-ACCD-F481-6344-588A6E089F58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6200000">
                        <a:off x="3711230" y="2409135"/>
                        <a:ext cx="1379399" cy="27502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IR frequency [cm</a:t>
                        </a:r>
                        <a:r>
                          <a:rPr lang="en-US" sz="1000" baseline="30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-1</a:t>
                        </a: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]</a:t>
                        </a:r>
                      </a:p>
                    </p:txBody>
                  </p:sp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F393EDD0-C2B4-68A2-53CB-806F769941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80546" y="2647772"/>
                        <a:ext cx="2367185" cy="914400"/>
                        <a:chOff x="4580546" y="2647772"/>
                        <a:chExt cx="2367185" cy="914400"/>
                      </a:xfrm>
                    </p:grpSpPr>
                    <p:cxnSp>
                      <p:nvCxnSpPr>
                        <p:cNvPr id="8" name="Straight Arrow Connector 7">
                          <a:extLst>
                            <a:ext uri="{FF2B5EF4-FFF2-40B4-BE49-F238E27FC236}">
                              <a16:creationId xmlns:a16="http://schemas.microsoft.com/office/drawing/2014/main" id="{6C3D978E-FF2D-2F74-91A7-510B656E8E9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580546" y="3562172"/>
                          <a:ext cx="2367185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accent2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" name="Straight Arrow Connector 8">
                          <a:extLst>
                            <a:ext uri="{FF2B5EF4-FFF2-40B4-BE49-F238E27FC236}">
                              <a16:creationId xmlns:a16="http://schemas.microsoft.com/office/drawing/2014/main" id="{C1082DED-9E4A-7EEF-B60E-E240EB3B42C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4580546" y="2647772"/>
                          <a:ext cx="0" cy="91440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4D70890A-CBAC-D61A-4AC3-42D09DA7E37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80546" y="1529698"/>
                        <a:ext cx="2367185" cy="914400"/>
                        <a:chOff x="4580546" y="2647772"/>
                        <a:chExt cx="2367185" cy="914400"/>
                      </a:xfrm>
                    </p:grpSpPr>
                    <p:cxnSp>
                      <p:nvCxnSpPr>
                        <p:cNvPr id="17" name="Straight Arrow Connector 16">
                          <a:extLst>
                            <a:ext uri="{FF2B5EF4-FFF2-40B4-BE49-F238E27FC236}">
                              <a16:creationId xmlns:a16="http://schemas.microsoft.com/office/drawing/2014/main" id="{C0584CDB-3798-4DC6-3351-4CD5F411A328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580546" y="3562172"/>
                          <a:ext cx="2367185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accent2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8" name="Straight Arrow Connector 17">
                          <a:extLst>
                            <a:ext uri="{FF2B5EF4-FFF2-40B4-BE49-F238E27FC236}">
                              <a16:creationId xmlns:a16="http://schemas.microsoft.com/office/drawing/2014/main" id="{144993E7-5140-177A-63EF-DD26138E8AC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4580546" y="2647772"/>
                          <a:ext cx="0" cy="91440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21" name="Arc 20">
                      <a:extLst>
                        <a:ext uri="{FF2B5EF4-FFF2-40B4-BE49-F238E27FC236}">
                          <a16:creationId xmlns:a16="http://schemas.microsoft.com/office/drawing/2014/main" id="{C32EC1C8-00BC-32DB-4C2D-BC1297BF5A14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2670561" y="1361631"/>
                      <a:ext cx="4601910" cy="931492"/>
                    </a:xfrm>
                    <a:prstGeom prst="arc">
                      <a:avLst>
                        <a:gd name="adj1" fmla="val 16200000"/>
                        <a:gd name="adj2" fmla="val 21584055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2" name="Arc 21">
                      <a:extLst>
                        <a:ext uri="{FF2B5EF4-FFF2-40B4-BE49-F238E27FC236}">
                          <a16:creationId xmlns:a16="http://schemas.microsoft.com/office/drawing/2014/main" id="{D16E1D6D-6F30-365E-9015-D82C472F126E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2670561" y="2761005"/>
                      <a:ext cx="4601910" cy="727817"/>
                    </a:xfrm>
                    <a:prstGeom prst="arc">
                      <a:avLst>
                        <a:gd name="adj1" fmla="val 16200000"/>
                        <a:gd name="adj2" fmla="val 21584055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3" name="Arc 22">
                      <a:extLst>
                        <a:ext uri="{FF2B5EF4-FFF2-40B4-BE49-F238E27FC236}">
                          <a16:creationId xmlns:a16="http://schemas.microsoft.com/office/drawing/2014/main" id="{B3B9E5DE-0BD9-035B-5E43-A4D7D9AA1CE3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2670561" y="2843612"/>
                      <a:ext cx="4601910" cy="550490"/>
                    </a:xfrm>
                    <a:prstGeom prst="arc">
                      <a:avLst>
                        <a:gd name="adj1" fmla="val 16200000"/>
                        <a:gd name="adj2" fmla="val 21584055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34" name="Down Arrow 33">
                    <a:extLst>
                      <a:ext uri="{FF2B5EF4-FFF2-40B4-BE49-F238E27FC236}">
                        <a16:creationId xmlns:a16="http://schemas.microsoft.com/office/drawing/2014/main" id="{37CAEE18-C270-757D-0AB9-F3B69E8B478E}"/>
                      </a:ext>
                    </a:extLst>
                  </p:cNvPr>
                  <p:cNvSpPr/>
                  <p:nvPr/>
                </p:nvSpPr>
                <p:spPr>
                  <a:xfrm rot="1790744" flipH="1">
                    <a:off x="6320828" y="2473223"/>
                    <a:ext cx="40931" cy="248213"/>
                  </a:xfrm>
                  <a:prstGeom prst="downArrow">
                    <a:avLst/>
                  </a:prstGeom>
                  <a:solidFill>
                    <a:srgbClr val="D10907"/>
                  </a:solidFill>
                  <a:ln>
                    <a:solidFill>
                      <a:srgbClr val="D1090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>
                      <a:ln w="10160">
                        <a:solidFill>
                          <a:schemeClr val="accent5"/>
                        </a:solidFill>
                        <a:prstDash val="solid"/>
                      </a:ln>
                      <a:solidFill>
                        <a:srgbClr val="D10907"/>
                      </a:solidFill>
                      <a:effectLst>
                        <a:outerShdw blurRad="38100" dist="22860" dir="5400000" algn="tl" rotWithShape="0">
                          <a:srgbClr val="000000">
                            <a:alpha val="3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35" name="Down Arrow 34">
                    <a:extLst>
                      <a:ext uri="{FF2B5EF4-FFF2-40B4-BE49-F238E27FC236}">
                        <a16:creationId xmlns:a16="http://schemas.microsoft.com/office/drawing/2014/main" id="{11BFF3B1-490F-AAC7-7676-78C484CBDF15}"/>
                      </a:ext>
                    </a:extLst>
                  </p:cNvPr>
                  <p:cNvSpPr/>
                  <p:nvPr/>
                </p:nvSpPr>
                <p:spPr>
                  <a:xfrm rot="1790744" flipH="1">
                    <a:off x="6277805" y="3502603"/>
                    <a:ext cx="104501" cy="248213"/>
                  </a:xfrm>
                  <a:prstGeom prst="downArrow">
                    <a:avLst/>
                  </a:prstGeom>
                  <a:solidFill>
                    <a:srgbClr val="D10907"/>
                  </a:solidFill>
                  <a:ln>
                    <a:solidFill>
                      <a:srgbClr val="D1090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n w="10160">
                        <a:solidFill>
                          <a:schemeClr val="accent5"/>
                        </a:solidFill>
                        <a:prstDash val="solid"/>
                      </a:ln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effectLst>
                        <a:outerShdw blurRad="38100" dist="22860" dir="5400000" algn="tl" rotWithShape="0">
                          <a:srgbClr val="000000">
                            <a:alpha val="3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C83DC2A6-A8F3-336E-FB73-830BDD764439}"/>
                      </a:ext>
                    </a:extLst>
                  </p:cNvPr>
                  <p:cNvSpPr txBox="1"/>
                  <p:nvPr/>
                </p:nvSpPr>
                <p:spPr>
                  <a:xfrm>
                    <a:off x="5057437" y="2436127"/>
                    <a:ext cx="63190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polariton</a:t>
                    </a:r>
                  </a:p>
                  <a:p>
                    <a:pPr algn="ctr"/>
                    <a:r>
                      <a:rPr lang="en-US" sz="8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scattering</a:t>
                    </a:r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36A3CE8C-E2A1-8515-B3E7-3640E85C8A0E}"/>
                      </a:ext>
                    </a:extLst>
                  </p:cNvPr>
                  <p:cNvSpPr txBox="1"/>
                  <p:nvPr/>
                </p:nvSpPr>
                <p:spPr>
                  <a:xfrm>
                    <a:off x="6483514" y="2735718"/>
                    <a:ext cx="68961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decay to</a:t>
                    </a:r>
                  </a:p>
                  <a:p>
                    <a:pPr algn="ctr"/>
                    <a:r>
                      <a:rPr lang="en-US" sz="8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dark states</a:t>
                    </a:r>
                  </a:p>
                </p:txBody>
              </p:sp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009BA4F3-4624-A112-ADA6-71F9B17A68A8}"/>
                      </a:ext>
                    </a:extLst>
                  </p:cNvPr>
                  <p:cNvSpPr txBox="1"/>
                  <p:nvPr/>
                </p:nvSpPr>
                <p:spPr>
                  <a:xfrm>
                    <a:off x="6484114" y="3801707"/>
                    <a:ext cx="68961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decay to</a:t>
                    </a:r>
                  </a:p>
                  <a:p>
                    <a:pPr algn="ctr"/>
                    <a:r>
                      <a:rPr lang="en-US" sz="80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dark states</a:t>
                    </a:r>
                  </a:p>
                </p:txBody>
              </p:sp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DB47E7BC-E367-C05A-23AB-4B60F35B1E7A}"/>
                      </a:ext>
                    </a:extLst>
                  </p:cNvPr>
                  <p:cNvSpPr txBox="1"/>
                  <p:nvPr/>
                </p:nvSpPr>
                <p:spPr>
                  <a:xfrm>
                    <a:off x="5986080" y="2303357"/>
                    <a:ext cx="849913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>
                        <a:solidFill>
                          <a:srgbClr val="D1090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weak pumping</a:t>
                    </a:r>
                  </a:p>
                </p:txBody>
              </p:sp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id="{89F0E5D9-9DF7-AF8D-1134-2BFEDCBCF070}"/>
                      </a:ext>
                    </a:extLst>
                  </p:cNvPr>
                  <p:cNvSpPr txBox="1"/>
                  <p:nvPr/>
                </p:nvSpPr>
                <p:spPr>
                  <a:xfrm>
                    <a:off x="5961249" y="3310350"/>
                    <a:ext cx="89639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>
                        <a:solidFill>
                          <a:srgbClr val="D1090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strong pumping</a:t>
                    </a:r>
                  </a:p>
                </p:txBody>
              </p: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654AC750-A753-F306-B765-2539105C3E4F}"/>
                      </a:ext>
                    </a:extLst>
                  </p:cNvPr>
                  <p:cNvSpPr txBox="1"/>
                  <p:nvPr/>
                </p:nvSpPr>
                <p:spPr>
                  <a:xfrm>
                    <a:off x="5057437" y="3319400"/>
                    <a:ext cx="63190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polariton</a:t>
                    </a:r>
                  </a:p>
                  <a:p>
                    <a:pPr algn="ctr"/>
                    <a:r>
                      <a:rPr lang="en-US" sz="8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scattering</a:t>
                    </a:r>
                  </a:p>
                </p:txBody>
              </p:sp>
              <p:sp>
                <p:nvSpPr>
                  <p:cNvPr id="5" name="Curved Up Arrow 4">
                    <a:extLst>
                      <a:ext uri="{FF2B5EF4-FFF2-40B4-BE49-F238E27FC236}">
                        <a16:creationId xmlns:a16="http://schemas.microsoft.com/office/drawing/2014/main" id="{4FE14C51-FAD0-1A6B-9A13-3AFC7CB78A72}"/>
                      </a:ext>
                    </a:extLst>
                  </p:cNvPr>
                  <p:cNvSpPr/>
                  <p:nvPr/>
                </p:nvSpPr>
                <p:spPr>
                  <a:xfrm rot="10281558">
                    <a:off x="6015184" y="2621955"/>
                    <a:ext cx="221168" cy="99583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6" name="Curved Up Arrow 5">
                    <a:extLst>
                      <a:ext uri="{FF2B5EF4-FFF2-40B4-BE49-F238E27FC236}">
                        <a16:creationId xmlns:a16="http://schemas.microsoft.com/office/drawing/2014/main" id="{AF44A6DE-F18C-8748-2356-48E847782E41}"/>
                      </a:ext>
                    </a:extLst>
                  </p:cNvPr>
                  <p:cNvSpPr/>
                  <p:nvPr/>
                </p:nvSpPr>
                <p:spPr>
                  <a:xfrm rot="10255762">
                    <a:off x="5833613" y="2683272"/>
                    <a:ext cx="160857" cy="61258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7" name="Curved Up Arrow 6">
                    <a:extLst>
                      <a:ext uri="{FF2B5EF4-FFF2-40B4-BE49-F238E27FC236}">
                        <a16:creationId xmlns:a16="http://schemas.microsoft.com/office/drawing/2014/main" id="{0F241394-1C24-7B7F-D365-043DDDB17616}"/>
                      </a:ext>
                    </a:extLst>
                  </p:cNvPr>
                  <p:cNvSpPr/>
                  <p:nvPr/>
                </p:nvSpPr>
                <p:spPr>
                  <a:xfrm rot="10553477">
                    <a:off x="5723926" y="2721367"/>
                    <a:ext cx="82286" cy="45719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2" name="Curved Up Arrow 11">
                    <a:extLst>
                      <a:ext uri="{FF2B5EF4-FFF2-40B4-BE49-F238E27FC236}">
                        <a16:creationId xmlns:a16="http://schemas.microsoft.com/office/drawing/2014/main" id="{0FA21560-71BB-550A-9357-EEF1C94B2B96}"/>
                      </a:ext>
                    </a:extLst>
                  </p:cNvPr>
                  <p:cNvSpPr/>
                  <p:nvPr/>
                </p:nvSpPr>
                <p:spPr>
                  <a:xfrm rot="10457630">
                    <a:off x="6004518" y="3661388"/>
                    <a:ext cx="221168" cy="99583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4" name="Curved Up Arrow 13">
                    <a:extLst>
                      <a:ext uri="{FF2B5EF4-FFF2-40B4-BE49-F238E27FC236}">
                        <a16:creationId xmlns:a16="http://schemas.microsoft.com/office/drawing/2014/main" id="{457728D0-C564-70D4-4B3B-40EED213E68E}"/>
                      </a:ext>
                    </a:extLst>
                  </p:cNvPr>
                  <p:cNvSpPr/>
                  <p:nvPr/>
                </p:nvSpPr>
                <p:spPr>
                  <a:xfrm rot="10554042">
                    <a:off x="5750952" y="3677262"/>
                    <a:ext cx="221168" cy="99583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24" name="Curved Up Arrow 23">
                    <a:extLst>
                      <a:ext uri="{FF2B5EF4-FFF2-40B4-BE49-F238E27FC236}">
                        <a16:creationId xmlns:a16="http://schemas.microsoft.com/office/drawing/2014/main" id="{9E780A81-2070-4574-823E-A5A6B8D10A0A}"/>
                      </a:ext>
                    </a:extLst>
                  </p:cNvPr>
                  <p:cNvSpPr/>
                  <p:nvPr/>
                </p:nvSpPr>
                <p:spPr>
                  <a:xfrm rot="10619401">
                    <a:off x="5022966" y="3702947"/>
                    <a:ext cx="221168" cy="99583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25" name="Curved Up Arrow 24">
                    <a:extLst>
                      <a:ext uri="{FF2B5EF4-FFF2-40B4-BE49-F238E27FC236}">
                        <a16:creationId xmlns:a16="http://schemas.microsoft.com/office/drawing/2014/main" id="{5A5DB068-831E-4F92-5912-9099F612922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64387" y="3695893"/>
                    <a:ext cx="221168" cy="99583"/>
                  </a:xfrm>
                  <a:prstGeom prst="curvedUp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D396EACA-6CF3-1F80-41EA-0F689B9B4180}"/>
                      </a:ext>
                    </a:extLst>
                  </p:cNvPr>
                  <p:cNvSpPr txBox="1"/>
                  <p:nvPr/>
                </p:nvSpPr>
                <p:spPr>
                  <a:xfrm rot="21382554">
                    <a:off x="5429499" y="3494650"/>
                    <a:ext cx="3818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a:t>...</a:t>
                    </a:r>
                  </a:p>
                </p:txBody>
              </p:sp>
              <p:sp>
                <p:nvSpPr>
                  <p:cNvPr id="33" name="Curved Down Arrow 32">
                    <a:extLst>
                      <a:ext uri="{FF2B5EF4-FFF2-40B4-BE49-F238E27FC236}">
                        <a16:creationId xmlns:a16="http://schemas.microsoft.com/office/drawing/2014/main" id="{EBD68652-C6F5-4606-3542-C8743108251D}"/>
                      </a:ext>
                    </a:extLst>
                  </p:cNvPr>
                  <p:cNvSpPr/>
                  <p:nvPr/>
                </p:nvSpPr>
                <p:spPr>
                  <a:xfrm rot="10546292">
                    <a:off x="6020700" y="3891964"/>
                    <a:ext cx="238125" cy="88900"/>
                  </a:xfrm>
                  <a:prstGeom prst="curvedDown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36" name="Curved Down Arrow 35">
                    <a:extLst>
                      <a:ext uri="{FF2B5EF4-FFF2-40B4-BE49-F238E27FC236}">
                        <a16:creationId xmlns:a16="http://schemas.microsoft.com/office/drawing/2014/main" id="{876051B3-3A9D-BBB4-D17E-9BCF3674C86B}"/>
                      </a:ext>
                    </a:extLst>
                  </p:cNvPr>
                  <p:cNvSpPr/>
                  <p:nvPr/>
                </p:nvSpPr>
                <p:spPr>
                  <a:xfrm rot="10546292">
                    <a:off x="5755998" y="3920785"/>
                    <a:ext cx="238125" cy="88900"/>
                  </a:xfrm>
                  <a:prstGeom prst="curvedDown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37" name="Curved Down Arrow 36">
                    <a:extLst>
                      <a:ext uri="{FF2B5EF4-FFF2-40B4-BE49-F238E27FC236}">
                        <a16:creationId xmlns:a16="http://schemas.microsoft.com/office/drawing/2014/main" id="{3FED6A70-8BFF-EEEB-5A2B-2D4A7EC8654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21419" y="3944431"/>
                    <a:ext cx="238125" cy="88900"/>
                  </a:xfrm>
                  <a:prstGeom prst="curvedDown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38" name="Curved Down Arrow 37">
                    <a:extLst>
                      <a:ext uri="{FF2B5EF4-FFF2-40B4-BE49-F238E27FC236}">
                        <a16:creationId xmlns:a16="http://schemas.microsoft.com/office/drawing/2014/main" id="{250565CC-5455-52A1-857F-BF9DDF9AD58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88813" y="3943341"/>
                    <a:ext cx="238125" cy="88900"/>
                  </a:xfrm>
                  <a:prstGeom prst="curvedDown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62A2EFE-D1CB-902F-3DAE-90B94E214202}"/>
                      </a:ext>
                    </a:extLst>
                  </p:cNvPr>
                  <p:cNvSpPr txBox="1"/>
                  <p:nvPr/>
                </p:nvSpPr>
                <p:spPr>
                  <a:xfrm rot="21382554">
                    <a:off x="5446528" y="3745277"/>
                    <a:ext cx="3818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a:t>...</a:t>
                    </a:r>
                  </a:p>
                </p:txBody>
              </p:sp>
              <p:cxnSp>
                <p:nvCxnSpPr>
                  <p:cNvPr id="41" name="Curved Connector 40">
                    <a:extLst>
                      <a:ext uri="{FF2B5EF4-FFF2-40B4-BE49-F238E27FC236}">
                        <a16:creationId xmlns:a16="http://schemas.microsoft.com/office/drawing/2014/main" id="{81BBD0A4-FA37-E7B5-CF24-5D97DD03EBB8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6050676" y="2929123"/>
                    <a:ext cx="364198" cy="19607"/>
                  </a:xfrm>
                  <a:prstGeom prst="curvedConnector3">
                    <a:avLst/>
                  </a:prstGeom>
                  <a:ln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Curved Connector 41">
                    <a:extLst>
                      <a:ext uri="{FF2B5EF4-FFF2-40B4-BE49-F238E27FC236}">
                        <a16:creationId xmlns:a16="http://schemas.microsoft.com/office/drawing/2014/main" id="{99DFB298-1B09-9535-9EFD-8AC2DED373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838754" y="2947795"/>
                    <a:ext cx="335117" cy="20368"/>
                  </a:xfrm>
                  <a:prstGeom prst="curvedConnector3">
                    <a:avLst/>
                  </a:prstGeom>
                  <a:ln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Curved Connector 44">
                    <a:extLst>
                      <a:ext uri="{FF2B5EF4-FFF2-40B4-BE49-F238E27FC236}">
                        <a16:creationId xmlns:a16="http://schemas.microsoft.com/office/drawing/2014/main" id="{21FDB0B2-DCBE-4475-E1D8-A96D8DC4F4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662440" y="2957269"/>
                    <a:ext cx="323431" cy="30381"/>
                  </a:xfrm>
                  <a:prstGeom prst="curvedConnector3">
                    <a:avLst/>
                  </a:prstGeom>
                  <a:ln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Curved Connector 46">
                    <a:extLst>
                      <a:ext uri="{FF2B5EF4-FFF2-40B4-BE49-F238E27FC236}">
                        <a16:creationId xmlns:a16="http://schemas.microsoft.com/office/drawing/2014/main" id="{9EFCDC86-00EC-42EB-4B6E-D98E92364D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146937" y="4009753"/>
                    <a:ext cx="271020" cy="19607"/>
                  </a:xfrm>
                  <a:prstGeom prst="curvedConnector3">
                    <a:avLst/>
                  </a:prstGeom>
                  <a:ln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Curved Connector 49">
                    <a:extLst>
                      <a:ext uri="{FF2B5EF4-FFF2-40B4-BE49-F238E27FC236}">
                        <a16:creationId xmlns:a16="http://schemas.microsoft.com/office/drawing/2014/main" id="{B0951823-E591-538A-100B-DBB5614D5B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893373" y="4030750"/>
                    <a:ext cx="217951" cy="16992"/>
                  </a:xfrm>
                  <a:prstGeom prst="curvedConnector3">
                    <a:avLst/>
                  </a:prstGeom>
                  <a:ln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Curved Connector 51">
                    <a:extLst>
                      <a:ext uri="{FF2B5EF4-FFF2-40B4-BE49-F238E27FC236}">
                        <a16:creationId xmlns:a16="http://schemas.microsoft.com/office/drawing/2014/main" id="{B29E0828-D067-CC9E-457F-A6296D3AC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167658" y="4033232"/>
                    <a:ext cx="221638" cy="9803"/>
                  </a:xfrm>
                  <a:prstGeom prst="curvedConnector3">
                    <a:avLst/>
                  </a:prstGeom>
                  <a:ln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07C1EFFC-B9EF-B768-5BD4-6BA8D9F52619}"/>
                    </a:ext>
                  </a:extLst>
                </p:cNvPr>
                <p:cNvCxnSpPr/>
                <p:nvPr/>
              </p:nvCxnSpPr>
              <p:spPr>
                <a:xfrm flipH="1">
                  <a:off x="6864112" y="3843383"/>
                  <a:ext cx="190500" cy="20167"/>
                </a:xfrm>
                <a:prstGeom prst="straightConnector1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91C553D9-32DA-BD38-CB1E-24CDBCF358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92866" y="3866906"/>
                  <a:ext cx="212364" cy="18372"/>
                </a:xfrm>
                <a:prstGeom prst="straightConnector1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06CC0624-87FC-A418-DD81-D8CD97BF1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118502" y="3894733"/>
                  <a:ext cx="188779" cy="1506"/>
                </a:xfrm>
                <a:prstGeom prst="straightConnector1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BF6EA2AB-75DB-B202-6F1D-59F25A104F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68383" y="3898329"/>
                  <a:ext cx="188779" cy="1506"/>
                </a:xfrm>
                <a:prstGeom prst="straightConnector1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59083E-545F-8569-0B2A-BE45CDA683D1}"/>
                  </a:ext>
                </a:extLst>
              </p:cNvPr>
              <p:cNvSpPr txBox="1"/>
              <p:nvPr/>
            </p:nvSpPr>
            <p:spPr>
              <a:xfrm>
                <a:off x="10024913" y="4489155"/>
                <a:ext cx="36260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4B786C-BEF5-18D4-47B2-648A5C11B15B}"/>
                  </a:ext>
                </a:extLst>
              </p:cNvPr>
              <p:cNvSpPr txBox="1"/>
              <p:nvPr/>
            </p:nvSpPr>
            <p:spPr>
              <a:xfrm>
                <a:off x="10022424" y="5618661"/>
                <a:ext cx="36260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56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29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Ji, Xinwei</dc:creator>
  <cp:lastModifiedBy>Ji, Xinwei</cp:lastModifiedBy>
  <cp:revision>13</cp:revision>
  <dcterms:created xsi:type="dcterms:W3CDTF">2026-06-17T12:57:41Z</dcterms:created>
  <dcterms:modified xsi:type="dcterms:W3CDTF">2026-08-15T18:57:40Z</dcterms:modified>
</cp:coreProperties>
</file>